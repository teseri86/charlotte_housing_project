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2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Inter SemiBold"/>
      <p:regular r:id="rId18"/>
      <p:bold r:id="rId19"/>
      <p:italic r:id="rId20"/>
      <p:boldItalic r:id="rId21"/>
    </p:embeddedFont>
    <p:embeddedFont>
      <p:font typeface="Inter Light"/>
      <p:regular r:id="rId22"/>
      <p:bold r:id="rId23"/>
      <p:italic r:id="rId24"/>
      <p:boldItalic r:id="rId25"/>
    </p:embeddedFont>
    <p:embeddedFont>
      <p:font typeface="Gowun Batang"/>
      <p:regular r:id="rId26"/>
      <p:bold r:id="rId27"/>
    </p:embeddedFont>
    <p:embeddedFont>
      <p:font typeface="Inter"/>
      <p:regular r:id="rId28"/>
      <p:bold r:id="rId29"/>
      <p:italic r:id="rId30"/>
      <p:boldItalic r:id="rId31"/>
    </p:embeddedFont>
    <p:embeddedFont>
      <p:font typeface="Inter Medium"/>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boldItalic.fntdata"/><Relationship Id="rId30" Type="http://schemas.openxmlformats.org/officeDocument/2006/relationships/font" Target="fonts/Inter-italic.fntdata"/><Relationship Id="rId33" Type="http://schemas.openxmlformats.org/officeDocument/2006/relationships/font" Target="fonts/InterMedium-bold.fntdata"/><Relationship Id="rId32" Type="http://schemas.openxmlformats.org/officeDocument/2006/relationships/font" Target="fonts/InterMedium-regular.fntdata"/><Relationship Id="rId35" Type="http://schemas.openxmlformats.org/officeDocument/2006/relationships/font" Target="fonts/InterMedium-boldItalic.fntdata"/><Relationship Id="rId34" Type="http://schemas.openxmlformats.org/officeDocument/2006/relationships/font" Target="fonts/InterMedium-italic.fntdata"/><Relationship Id="rId20" Type="http://schemas.openxmlformats.org/officeDocument/2006/relationships/font" Target="fonts/InterSemiBold-italic.fntdata"/><Relationship Id="rId22" Type="http://schemas.openxmlformats.org/officeDocument/2006/relationships/font" Target="fonts/InterLight-regular.fntdata"/><Relationship Id="rId21" Type="http://schemas.openxmlformats.org/officeDocument/2006/relationships/font" Target="fonts/InterSemiBold-boldItalic.fntdata"/><Relationship Id="rId24" Type="http://schemas.openxmlformats.org/officeDocument/2006/relationships/font" Target="fonts/InterLight-italic.fntdata"/><Relationship Id="rId23" Type="http://schemas.openxmlformats.org/officeDocument/2006/relationships/font" Target="fonts/InterLight-bold.fntdata"/><Relationship Id="rId26" Type="http://schemas.openxmlformats.org/officeDocument/2006/relationships/font" Target="fonts/GowunBatang-regular.fntdata"/><Relationship Id="rId25" Type="http://schemas.openxmlformats.org/officeDocument/2006/relationships/font" Target="fonts/InterLight-boldItalic.fntdata"/><Relationship Id="rId28" Type="http://schemas.openxmlformats.org/officeDocument/2006/relationships/font" Target="fonts/Inter-regular.fntdata"/><Relationship Id="rId27" Type="http://schemas.openxmlformats.org/officeDocument/2006/relationships/font" Target="fonts/GowunBatang-bold.fntdata"/><Relationship Id="rId29" Type="http://schemas.openxmlformats.org/officeDocument/2006/relationships/font" Target="fonts/Inter-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nterSemiBold-bold.fntdata"/><Relationship Id="rId18" Type="http://schemas.openxmlformats.org/officeDocument/2006/relationships/font" Target="fonts/Inter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db92da78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3db92da78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1" name="Shape 1431"/>
        <p:cNvGrpSpPr/>
        <p:nvPr/>
      </p:nvGrpSpPr>
      <p:grpSpPr>
        <a:xfrm>
          <a:off x="0" y="0"/>
          <a:ext cx="0" cy="0"/>
          <a:chOff x="0" y="0"/>
          <a:chExt cx="0" cy="0"/>
        </a:xfrm>
      </p:grpSpPr>
      <p:sp>
        <p:nvSpPr>
          <p:cNvPr id="1432" name="Google Shape;1432;g3db92da7866_0_1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3" name="Google Shape;1433;g3db92da7866_0_1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db92da7866_0_1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3db92da7866_0_1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g3db92da7866_0_1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1" name="Google Shape;1511;g3db92da7866_0_1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g3db9cd02ad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3" name="Google Shape;1533;g3db9cd02ad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3db92da7866_0_1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5" name="Google Shape;1545;g3db92da7866_0_1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3db9cd02ad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3db9cd02ad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3db9cd02ada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4" name="Google Shape;1584;g3db9cd02ada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g3db9cd02ad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6" name="Google Shape;1596;g3db9cd02ad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3db9cd02ada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5" name="Google Shape;1625;g3db9cd02ada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3db92da7866_0_1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3db92da7866_0_1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3db9cd02ada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g3db9cd02ad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1" type="blank">
  <p:cSld name="BLANK">
    <p:bg>
      <p:bgPr>
        <a:solidFill>
          <a:schemeClr val="lt1"/>
        </a:solidFill>
      </p:bgPr>
    </p:bg>
    <p:spTree>
      <p:nvGrpSpPr>
        <p:cNvPr id="8" name="Shape 8"/>
        <p:cNvGrpSpPr/>
        <p:nvPr/>
      </p:nvGrpSpPr>
      <p:grpSpPr>
        <a:xfrm>
          <a:off x="0" y="0"/>
          <a:ext cx="0" cy="0"/>
          <a:chOff x="0" y="0"/>
          <a:chExt cx="0" cy="0"/>
        </a:xfrm>
      </p:grpSpPr>
      <p:grpSp>
        <p:nvGrpSpPr>
          <p:cNvPr id="9" name="Google Shape;9;p2"/>
          <p:cNvGrpSpPr/>
          <p:nvPr/>
        </p:nvGrpSpPr>
        <p:grpSpPr>
          <a:xfrm>
            <a:off x="-800" y="-150"/>
            <a:ext cx="9145250" cy="5144250"/>
            <a:chOff x="-800" y="-150"/>
            <a:chExt cx="9145250" cy="5144250"/>
          </a:xfrm>
        </p:grpSpPr>
        <p:cxnSp>
          <p:nvCxnSpPr>
            <p:cNvPr id="10" name="Google Shape;10;p2"/>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1" name="Google Shape;11;p2"/>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2" name="Google Shape;12;p2"/>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13" name="Google Shape;13;p2"/>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14" name="Google Shape;14;p2"/>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5" name="Google Shape;15;p2"/>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6" name="Google Shape;16;p2"/>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17" name="Google Shape;17;p2"/>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18" name="Google Shape;18;p2"/>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19" name="Google Shape;19;p2"/>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20" name="Google Shape;20;p2"/>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21" name="Google Shape;21;p2"/>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3">
    <p:bg>
      <p:bgPr>
        <a:solidFill>
          <a:schemeClr val="lt2"/>
        </a:solidFill>
      </p:bgPr>
    </p:bg>
    <p:spTree>
      <p:nvGrpSpPr>
        <p:cNvPr id="22" name="Shape 22"/>
        <p:cNvGrpSpPr/>
        <p:nvPr/>
      </p:nvGrpSpPr>
      <p:grpSpPr>
        <a:xfrm>
          <a:off x="0" y="0"/>
          <a:ext cx="0" cy="0"/>
          <a:chOff x="0" y="0"/>
          <a:chExt cx="0" cy="0"/>
        </a:xfrm>
      </p:grpSpPr>
      <p:sp>
        <p:nvSpPr>
          <p:cNvPr id="23" name="Google Shape;23;p3"/>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24" name="Google Shape;24;p3"/>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5" name="Google Shape;25;p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6" name="Google Shape;26;p3"/>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7" name="Google Shape;27;p3"/>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28" name="Google Shape;28;p3"/>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29" name="Google Shape;29;p3"/>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0" name="Google Shape;30;p3"/>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1" name="Google Shape;31;p3"/>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2" name="Google Shape;32;p3"/>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ummary">
  <p:cSld name="BLANK_1_1_1_1_1_1_1_2_1">
    <p:bg>
      <p:bgPr>
        <a:solidFill>
          <a:schemeClr val="lt2"/>
        </a:solidFill>
      </p:bgPr>
    </p:bg>
    <p:spTree>
      <p:nvGrpSpPr>
        <p:cNvPr id="33" name="Shape 33"/>
        <p:cNvGrpSpPr/>
        <p:nvPr/>
      </p:nvGrpSpPr>
      <p:grpSpPr>
        <a:xfrm>
          <a:off x="0" y="0"/>
          <a:ext cx="0" cy="0"/>
          <a:chOff x="0" y="0"/>
          <a:chExt cx="0" cy="0"/>
        </a:xfrm>
      </p:grpSpPr>
      <p:sp>
        <p:nvSpPr>
          <p:cNvPr id="34" name="Google Shape;34;p4"/>
          <p:cNvSpPr txBox="1"/>
          <p:nvPr>
            <p:ph type="title"/>
          </p:nvPr>
        </p:nvSpPr>
        <p:spPr>
          <a:xfrm>
            <a:off x="1040950" y="1667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5" name="Google Shape;35;p4"/>
          <p:cNvSpPr txBox="1"/>
          <p:nvPr>
            <p:ph idx="1" type="body"/>
          </p:nvPr>
        </p:nvSpPr>
        <p:spPr>
          <a:xfrm>
            <a:off x="1041000" y="2309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6" name="Google Shape;36;p4"/>
          <p:cNvSpPr txBox="1"/>
          <p:nvPr>
            <p:ph idx="2" type="title"/>
          </p:nvPr>
        </p:nvSpPr>
        <p:spPr>
          <a:xfrm>
            <a:off x="3065850"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7" name="Google Shape;37;p4"/>
          <p:cNvSpPr txBox="1"/>
          <p:nvPr>
            <p:ph idx="3" type="body"/>
          </p:nvPr>
        </p:nvSpPr>
        <p:spPr>
          <a:xfrm>
            <a:off x="3065900"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8" name="Google Shape;38;p4"/>
          <p:cNvSpPr txBox="1"/>
          <p:nvPr>
            <p:ph idx="4" type="title"/>
          </p:nvPr>
        </p:nvSpPr>
        <p:spPr>
          <a:xfrm>
            <a:off x="5090675" y="1667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9" name="Google Shape;39;p4"/>
          <p:cNvSpPr txBox="1"/>
          <p:nvPr>
            <p:ph idx="5" type="body"/>
          </p:nvPr>
        </p:nvSpPr>
        <p:spPr>
          <a:xfrm>
            <a:off x="5090725" y="2309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0" name="Google Shape;40;p4"/>
          <p:cNvSpPr txBox="1"/>
          <p:nvPr>
            <p:ph idx="6" type="title"/>
          </p:nvPr>
        </p:nvSpPr>
        <p:spPr>
          <a:xfrm>
            <a:off x="7118725"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1" name="Google Shape;41;p4"/>
          <p:cNvSpPr txBox="1"/>
          <p:nvPr>
            <p:ph idx="7" type="body"/>
          </p:nvPr>
        </p:nvSpPr>
        <p:spPr>
          <a:xfrm>
            <a:off x="7118775"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2" name="Google Shape;42;p4"/>
          <p:cNvSpPr txBox="1"/>
          <p:nvPr>
            <p:ph idx="8" type="title"/>
          </p:nvPr>
        </p:nvSpPr>
        <p:spPr>
          <a:xfrm>
            <a:off x="1040950" y="3584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3" name="Google Shape;43;p4"/>
          <p:cNvSpPr txBox="1"/>
          <p:nvPr>
            <p:ph idx="9" type="body"/>
          </p:nvPr>
        </p:nvSpPr>
        <p:spPr>
          <a:xfrm>
            <a:off x="1041000" y="4226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4" name="Google Shape;44;p4"/>
          <p:cNvSpPr txBox="1"/>
          <p:nvPr>
            <p:ph idx="13" type="title"/>
          </p:nvPr>
        </p:nvSpPr>
        <p:spPr>
          <a:xfrm>
            <a:off x="3065850"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5" name="Google Shape;45;p4"/>
          <p:cNvSpPr txBox="1"/>
          <p:nvPr>
            <p:ph idx="14" type="body"/>
          </p:nvPr>
        </p:nvSpPr>
        <p:spPr>
          <a:xfrm>
            <a:off x="3065900"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6" name="Google Shape;46;p4"/>
          <p:cNvSpPr txBox="1"/>
          <p:nvPr>
            <p:ph idx="15" type="title"/>
          </p:nvPr>
        </p:nvSpPr>
        <p:spPr>
          <a:xfrm>
            <a:off x="5090675" y="3584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7" name="Google Shape;47;p4"/>
          <p:cNvSpPr txBox="1"/>
          <p:nvPr>
            <p:ph idx="16" type="body"/>
          </p:nvPr>
        </p:nvSpPr>
        <p:spPr>
          <a:xfrm>
            <a:off x="5090725" y="4226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8" name="Google Shape;48;p4"/>
          <p:cNvSpPr txBox="1"/>
          <p:nvPr>
            <p:ph idx="17" type="title"/>
          </p:nvPr>
        </p:nvSpPr>
        <p:spPr>
          <a:xfrm>
            <a:off x="7118725"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9" name="Google Shape;49;p4"/>
          <p:cNvSpPr txBox="1"/>
          <p:nvPr>
            <p:ph idx="18" type="body"/>
          </p:nvPr>
        </p:nvSpPr>
        <p:spPr>
          <a:xfrm>
            <a:off x="7118775"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 name="Google Shape;50;p4"/>
          <p:cNvSpPr txBox="1"/>
          <p:nvPr>
            <p:ph idx="1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1" name="Google Shape;51;p4"/>
          <p:cNvSpPr txBox="1"/>
          <p:nvPr>
            <p:ph idx="20"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52" name="Google Shape;52;p4"/>
          <p:cNvSpPr txBox="1"/>
          <p:nvPr>
            <p:ph idx="21"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53" name="Google Shape;53;p4"/>
          <p:cNvSpPr txBox="1"/>
          <p:nvPr>
            <p:ph idx="2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4" name="Google Shape;54;p4"/>
          <p:cNvSpPr txBox="1"/>
          <p:nvPr>
            <p:ph idx="23"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bg>
      <p:bgPr>
        <a:solidFill>
          <a:schemeClr val="lt1"/>
        </a:solidFill>
      </p:bgPr>
    </p:bg>
    <p:spTree>
      <p:nvGrpSpPr>
        <p:cNvPr id="55" name="Shape 55"/>
        <p:cNvGrpSpPr/>
        <p:nvPr/>
      </p:nvGrpSpPr>
      <p:grpSpPr>
        <a:xfrm>
          <a:off x="0" y="0"/>
          <a:ext cx="0" cy="0"/>
          <a:chOff x="0" y="0"/>
          <a:chExt cx="0" cy="0"/>
        </a:xfrm>
      </p:grpSpPr>
      <p:sp>
        <p:nvSpPr>
          <p:cNvPr id="56" name="Google Shape;56;p5"/>
          <p:cNvSpPr txBox="1"/>
          <p:nvPr>
            <p:ph idx="1"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57" name="Google Shape;57;p5"/>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8" name="Google Shape;58;p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9" name="Google Shape;59;p5"/>
          <p:cNvSpPr txBox="1"/>
          <p:nvPr>
            <p:ph type="title"/>
          </p:nvPr>
        </p:nvSpPr>
        <p:spPr>
          <a:xfrm>
            <a:off x="10421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0" name="Google Shape;60;p5"/>
          <p:cNvSpPr txBox="1"/>
          <p:nvPr>
            <p:ph idx="4" type="title"/>
          </p:nvPr>
        </p:nvSpPr>
        <p:spPr>
          <a:xfrm>
            <a:off x="486175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1" name="Google Shape;61;p5"/>
          <p:cNvSpPr txBox="1"/>
          <p:nvPr>
            <p:ph idx="5" type="title"/>
          </p:nvPr>
        </p:nvSpPr>
        <p:spPr>
          <a:xfrm>
            <a:off x="29520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2" name="Google Shape;62;p5"/>
          <p:cNvSpPr txBox="1"/>
          <p:nvPr>
            <p:ph idx="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3" name="Google Shape;63;p5"/>
          <p:cNvSpPr txBox="1"/>
          <p:nvPr>
            <p:ph idx="7" type="title"/>
          </p:nvPr>
        </p:nvSpPr>
        <p:spPr>
          <a:xfrm flipH="1">
            <a:off x="1046200" y="772500"/>
            <a:ext cx="5726100" cy="21255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
        <p:nvSpPr>
          <p:cNvPr id="64" name="Google Shape;64;p5"/>
          <p:cNvSpPr txBox="1"/>
          <p:nvPr>
            <p:ph idx="8" type="subTitle"/>
          </p:nvPr>
        </p:nvSpPr>
        <p:spPr>
          <a:xfrm>
            <a:off x="1042100"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5" name="Google Shape;65;p5"/>
          <p:cNvSpPr txBox="1"/>
          <p:nvPr>
            <p:ph idx="9" type="title"/>
          </p:nvPr>
        </p:nvSpPr>
        <p:spPr>
          <a:xfrm>
            <a:off x="6771475"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6" name="Google Shape;66;p5"/>
          <p:cNvSpPr txBox="1"/>
          <p:nvPr>
            <p:ph idx="13" type="subTitle"/>
          </p:nvPr>
        </p:nvSpPr>
        <p:spPr>
          <a:xfrm>
            <a:off x="29514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7" name="Google Shape;67;p5"/>
          <p:cNvSpPr txBox="1"/>
          <p:nvPr>
            <p:ph idx="14" type="subTitle"/>
          </p:nvPr>
        </p:nvSpPr>
        <p:spPr>
          <a:xfrm>
            <a:off x="48628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8" name="Google Shape;68;p5"/>
          <p:cNvSpPr txBox="1"/>
          <p:nvPr>
            <p:ph idx="15" type="subTitle"/>
          </p:nvPr>
        </p:nvSpPr>
        <p:spPr>
          <a:xfrm>
            <a:off x="6774249" y="3515850"/>
            <a:ext cx="18489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1">
  <p:cSld name="BLANK_1_4">
    <p:bg>
      <p:bgPr>
        <a:solidFill>
          <a:schemeClr val="lt2"/>
        </a:solidFill>
      </p:bgPr>
    </p:bg>
    <p:spTree>
      <p:nvGrpSpPr>
        <p:cNvPr id="69" name="Shape 69"/>
        <p:cNvGrpSpPr/>
        <p:nvPr/>
      </p:nvGrpSpPr>
      <p:grpSpPr>
        <a:xfrm>
          <a:off x="0" y="0"/>
          <a:ext cx="0" cy="0"/>
          <a:chOff x="0" y="0"/>
          <a:chExt cx="0" cy="0"/>
        </a:xfrm>
      </p:grpSpPr>
      <p:sp>
        <p:nvSpPr>
          <p:cNvPr id="70" name="Google Shape;70;p6"/>
          <p:cNvSpPr txBox="1"/>
          <p:nvPr>
            <p:ph idx="1" type="subTitle"/>
          </p:nvPr>
        </p:nvSpPr>
        <p:spPr>
          <a:xfrm>
            <a:off x="7876950" y="4432750"/>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1" name="Google Shape;71;p6"/>
          <p:cNvSpPr txBox="1"/>
          <p:nvPr>
            <p:ph idx="2" type="subTitle"/>
          </p:nvPr>
        </p:nvSpPr>
        <p:spPr>
          <a:xfrm>
            <a:off x="66165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2" name="Google Shape;72;p6"/>
          <p:cNvSpPr txBox="1"/>
          <p:nvPr>
            <p:ph idx="3" type="subTitle"/>
          </p:nvPr>
        </p:nvSpPr>
        <p:spPr>
          <a:xfrm>
            <a:off x="53574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 name="Google Shape;73;p6"/>
          <p:cNvSpPr txBox="1"/>
          <p:nvPr>
            <p:ph idx="4" type="subTitle"/>
          </p:nvPr>
        </p:nvSpPr>
        <p:spPr>
          <a:xfrm>
            <a:off x="4097348"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4" name="Google Shape;74;p6"/>
          <p:cNvSpPr txBox="1"/>
          <p:nvPr>
            <p:ph idx="5" type="subTitle"/>
          </p:nvPr>
        </p:nvSpPr>
        <p:spPr>
          <a:xfrm>
            <a:off x="2829250" y="4432750"/>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5" name="Google Shape;75;p6"/>
          <p:cNvSpPr txBox="1"/>
          <p:nvPr>
            <p:ph idx="6" type="subTitle"/>
          </p:nvPr>
        </p:nvSpPr>
        <p:spPr>
          <a:xfrm>
            <a:off x="7876950" y="2287525"/>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6" name="Google Shape;76;p6"/>
          <p:cNvSpPr txBox="1"/>
          <p:nvPr>
            <p:ph idx="7" type="subTitle"/>
          </p:nvPr>
        </p:nvSpPr>
        <p:spPr>
          <a:xfrm>
            <a:off x="66165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7" name="Google Shape;77;p6"/>
          <p:cNvSpPr txBox="1"/>
          <p:nvPr>
            <p:ph idx="8" type="subTitle"/>
          </p:nvPr>
        </p:nvSpPr>
        <p:spPr>
          <a:xfrm>
            <a:off x="53574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8" name="Google Shape;78;p6"/>
          <p:cNvSpPr txBox="1"/>
          <p:nvPr>
            <p:ph idx="9" type="subTitle"/>
          </p:nvPr>
        </p:nvSpPr>
        <p:spPr>
          <a:xfrm>
            <a:off x="4097348"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9" name="Google Shape;79;p6"/>
          <p:cNvSpPr txBox="1"/>
          <p:nvPr>
            <p:ph type="title"/>
          </p:nvPr>
        </p:nvSpPr>
        <p:spPr>
          <a:xfrm>
            <a:off x="519850" y="844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9pPr>
          </a:lstStyle>
          <a:p/>
        </p:txBody>
      </p:sp>
      <p:sp>
        <p:nvSpPr>
          <p:cNvPr id="80" name="Google Shape;80;p6"/>
          <p:cNvSpPr txBox="1"/>
          <p:nvPr>
            <p:ph idx="1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1" name="Google Shape;81;p6"/>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2" name="Google Shape;82;p6"/>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3" name="Google Shape;83;p6"/>
          <p:cNvSpPr txBox="1"/>
          <p:nvPr>
            <p:ph idx="16"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84" name="Google Shape;84;p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5" name="Google Shape;85;p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6" name="Google Shape;86;p6"/>
          <p:cNvSpPr txBox="1"/>
          <p:nvPr>
            <p:ph idx="17" type="title"/>
          </p:nvPr>
        </p:nvSpPr>
        <p:spPr>
          <a:xfrm>
            <a:off x="519850" y="2986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87" name="Google Shape;87;p6"/>
          <p:cNvSpPr txBox="1"/>
          <p:nvPr>
            <p:ph idx="18" type="subTitle"/>
          </p:nvPr>
        </p:nvSpPr>
        <p:spPr>
          <a:xfrm>
            <a:off x="2829250" y="2287525"/>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88" name="Google Shape;88;p6"/>
          <p:cNvSpPr/>
          <p:nvPr>
            <p:ph idx="19" type="pic"/>
          </p:nvPr>
        </p:nvSpPr>
        <p:spPr>
          <a:xfrm>
            <a:off x="2833325" y="844900"/>
            <a:ext cx="1259100" cy="1443000"/>
          </a:xfrm>
          <a:prstGeom prst="rect">
            <a:avLst/>
          </a:prstGeom>
          <a:noFill/>
          <a:ln>
            <a:noFill/>
          </a:ln>
        </p:spPr>
      </p:sp>
      <p:sp>
        <p:nvSpPr>
          <p:cNvPr id="89" name="Google Shape;89;p6"/>
          <p:cNvSpPr/>
          <p:nvPr>
            <p:ph idx="20" type="pic"/>
          </p:nvPr>
        </p:nvSpPr>
        <p:spPr>
          <a:xfrm>
            <a:off x="4102050" y="844900"/>
            <a:ext cx="1250100" cy="1443000"/>
          </a:xfrm>
          <a:prstGeom prst="rect">
            <a:avLst/>
          </a:prstGeom>
          <a:noFill/>
          <a:ln>
            <a:noFill/>
          </a:ln>
        </p:spPr>
      </p:sp>
      <p:sp>
        <p:nvSpPr>
          <p:cNvPr id="90" name="Google Shape;90;p6"/>
          <p:cNvSpPr/>
          <p:nvPr>
            <p:ph idx="21" type="pic"/>
          </p:nvPr>
        </p:nvSpPr>
        <p:spPr>
          <a:xfrm>
            <a:off x="5362100" y="844900"/>
            <a:ext cx="1250100" cy="1443000"/>
          </a:xfrm>
          <a:prstGeom prst="rect">
            <a:avLst/>
          </a:prstGeom>
          <a:noFill/>
          <a:ln>
            <a:noFill/>
          </a:ln>
        </p:spPr>
      </p:sp>
      <p:sp>
        <p:nvSpPr>
          <p:cNvPr id="91" name="Google Shape;91;p6"/>
          <p:cNvSpPr/>
          <p:nvPr>
            <p:ph idx="22" type="pic"/>
          </p:nvPr>
        </p:nvSpPr>
        <p:spPr>
          <a:xfrm>
            <a:off x="6622150" y="844900"/>
            <a:ext cx="1250100" cy="1443000"/>
          </a:xfrm>
          <a:prstGeom prst="rect">
            <a:avLst/>
          </a:prstGeom>
          <a:noFill/>
          <a:ln>
            <a:noFill/>
          </a:ln>
        </p:spPr>
      </p:sp>
      <p:sp>
        <p:nvSpPr>
          <p:cNvPr id="92" name="Google Shape;92;p6"/>
          <p:cNvSpPr/>
          <p:nvPr>
            <p:ph idx="23" type="pic"/>
          </p:nvPr>
        </p:nvSpPr>
        <p:spPr>
          <a:xfrm>
            <a:off x="7881550" y="844900"/>
            <a:ext cx="1262400" cy="1443000"/>
          </a:xfrm>
          <a:prstGeom prst="rect">
            <a:avLst/>
          </a:prstGeom>
          <a:noFill/>
          <a:ln>
            <a:noFill/>
          </a:ln>
        </p:spPr>
      </p:sp>
      <p:sp>
        <p:nvSpPr>
          <p:cNvPr id="93" name="Google Shape;93;p6"/>
          <p:cNvSpPr/>
          <p:nvPr>
            <p:ph idx="24" type="pic"/>
          </p:nvPr>
        </p:nvSpPr>
        <p:spPr>
          <a:xfrm>
            <a:off x="2833325" y="2991250"/>
            <a:ext cx="1259100" cy="1441800"/>
          </a:xfrm>
          <a:prstGeom prst="rect">
            <a:avLst/>
          </a:prstGeom>
          <a:noFill/>
          <a:ln>
            <a:noFill/>
          </a:ln>
        </p:spPr>
      </p:sp>
      <p:sp>
        <p:nvSpPr>
          <p:cNvPr id="94" name="Google Shape;94;p6"/>
          <p:cNvSpPr/>
          <p:nvPr>
            <p:ph idx="25" type="pic"/>
          </p:nvPr>
        </p:nvSpPr>
        <p:spPr>
          <a:xfrm>
            <a:off x="4102050" y="2991250"/>
            <a:ext cx="1250100" cy="1441800"/>
          </a:xfrm>
          <a:prstGeom prst="rect">
            <a:avLst/>
          </a:prstGeom>
          <a:noFill/>
          <a:ln>
            <a:noFill/>
          </a:ln>
        </p:spPr>
      </p:sp>
      <p:sp>
        <p:nvSpPr>
          <p:cNvPr id="95" name="Google Shape;95;p6"/>
          <p:cNvSpPr/>
          <p:nvPr>
            <p:ph idx="26" type="pic"/>
          </p:nvPr>
        </p:nvSpPr>
        <p:spPr>
          <a:xfrm>
            <a:off x="5362100" y="2991250"/>
            <a:ext cx="1250100" cy="1441800"/>
          </a:xfrm>
          <a:prstGeom prst="rect">
            <a:avLst/>
          </a:prstGeom>
          <a:noFill/>
          <a:ln>
            <a:noFill/>
          </a:ln>
        </p:spPr>
      </p:sp>
      <p:sp>
        <p:nvSpPr>
          <p:cNvPr id="96" name="Google Shape;96;p6"/>
          <p:cNvSpPr/>
          <p:nvPr>
            <p:ph idx="27" type="pic"/>
          </p:nvPr>
        </p:nvSpPr>
        <p:spPr>
          <a:xfrm>
            <a:off x="6622150" y="2991250"/>
            <a:ext cx="1250100" cy="1441800"/>
          </a:xfrm>
          <a:prstGeom prst="rect">
            <a:avLst/>
          </a:prstGeom>
          <a:noFill/>
          <a:ln>
            <a:noFill/>
          </a:ln>
        </p:spPr>
      </p:sp>
      <p:sp>
        <p:nvSpPr>
          <p:cNvPr id="97" name="Google Shape;97;p6"/>
          <p:cNvSpPr/>
          <p:nvPr>
            <p:ph idx="28" type="pic"/>
          </p:nvPr>
        </p:nvSpPr>
        <p:spPr>
          <a:xfrm>
            <a:off x="7881550" y="2991250"/>
            <a:ext cx="1262400" cy="14418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Milestones">
  <p:cSld name="BLANK_1_2_1">
    <p:bg>
      <p:bgPr>
        <a:solidFill>
          <a:schemeClr val="dk2"/>
        </a:solidFill>
      </p:bgPr>
    </p:bg>
    <p:spTree>
      <p:nvGrpSpPr>
        <p:cNvPr id="98" name="Shape 98"/>
        <p:cNvGrpSpPr/>
        <p:nvPr/>
      </p:nvGrpSpPr>
      <p:grpSpPr>
        <a:xfrm>
          <a:off x="0" y="0"/>
          <a:ext cx="0" cy="0"/>
          <a:chOff x="0" y="0"/>
          <a:chExt cx="0" cy="0"/>
        </a:xfrm>
      </p:grpSpPr>
      <p:sp>
        <p:nvSpPr>
          <p:cNvPr id="99" name="Google Shape;99;p7"/>
          <p:cNvSpPr txBox="1"/>
          <p:nvPr>
            <p:ph idx="1" type="body"/>
          </p:nvPr>
        </p:nvSpPr>
        <p:spPr>
          <a:xfrm>
            <a:off x="6777000" y="1805138"/>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0" name="Google Shape;100;p7"/>
          <p:cNvSpPr txBox="1"/>
          <p:nvPr>
            <p:ph idx="2" type="body"/>
          </p:nvPr>
        </p:nvSpPr>
        <p:spPr>
          <a:xfrm>
            <a:off x="4684800" y="1755750"/>
            <a:ext cx="2086500" cy="1212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01" name="Google Shape;101;p7"/>
          <p:cNvSpPr txBox="1"/>
          <p:nvPr>
            <p:ph idx="3" type="body"/>
          </p:nvPr>
        </p:nvSpPr>
        <p:spPr>
          <a:xfrm>
            <a:off x="4684800" y="3390775"/>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02" name="Google Shape;102;p7"/>
          <p:cNvSpPr txBox="1"/>
          <p:nvPr>
            <p:ph idx="4" type="subTitle"/>
          </p:nvPr>
        </p:nvSpPr>
        <p:spPr>
          <a:xfrm>
            <a:off x="6778383" y="3350950"/>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3" name="Google Shape;103;p7"/>
          <p:cNvSpPr txBox="1"/>
          <p:nvPr>
            <p:ph idx="5" type="subTitle"/>
          </p:nvPr>
        </p:nvSpPr>
        <p:spPr>
          <a:xfrm>
            <a:off x="6778457" y="3535750"/>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4" name="Google Shape;104;p7"/>
          <p:cNvSpPr txBox="1"/>
          <p:nvPr>
            <p:ph idx="6" type="body"/>
          </p:nvPr>
        </p:nvSpPr>
        <p:spPr>
          <a:xfrm>
            <a:off x="6777000" y="3955275"/>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5" name="Google Shape;105;p7"/>
          <p:cNvSpPr txBox="1"/>
          <p:nvPr>
            <p:ph idx="7" type="subTitle"/>
          </p:nvPr>
        </p:nvSpPr>
        <p:spPr>
          <a:xfrm>
            <a:off x="6778383" y="1200813"/>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6" name="Google Shape;106;p7"/>
          <p:cNvSpPr txBox="1"/>
          <p:nvPr>
            <p:ph idx="8" type="subTitle"/>
          </p:nvPr>
        </p:nvSpPr>
        <p:spPr>
          <a:xfrm>
            <a:off x="6778457" y="1385613"/>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7" name="Google Shape;107;p7"/>
          <p:cNvSpPr txBox="1"/>
          <p:nvPr>
            <p:ph idx="9" type="subTitle"/>
          </p:nvPr>
        </p:nvSpPr>
        <p:spPr>
          <a:xfrm>
            <a:off x="518725" y="1576950"/>
            <a:ext cx="20793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8" name="Google Shape;108;p7"/>
          <p:cNvSpPr txBox="1"/>
          <p:nvPr>
            <p:ph idx="13" type="subTitle"/>
          </p:nvPr>
        </p:nvSpPr>
        <p:spPr>
          <a:xfrm>
            <a:off x="518800" y="1761750"/>
            <a:ext cx="20793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9" name="Google Shape;109;p7"/>
          <p:cNvSpPr txBox="1"/>
          <p:nvPr>
            <p:ph idx="14" type="body"/>
          </p:nvPr>
        </p:nvSpPr>
        <p:spPr>
          <a:xfrm>
            <a:off x="517325" y="2181275"/>
            <a:ext cx="20793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0" name="Google Shape;110;p7"/>
          <p:cNvSpPr txBox="1"/>
          <p:nvPr>
            <p:ph idx="15" type="subTitle"/>
          </p:nvPr>
        </p:nvSpPr>
        <p:spPr>
          <a:xfrm>
            <a:off x="2599579" y="1576950"/>
            <a:ext cx="20850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11" name="Google Shape;111;p7"/>
          <p:cNvSpPr txBox="1"/>
          <p:nvPr>
            <p:ph idx="16" type="subTitle"/>
          </p:nvPr>
        </p:nvSpPr>
        <p:spPr>
          <a:xfrm>
            <a:off x="2599654" y="1761750"/>
            <a:ext cx="20850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12" name="Google Shape;112;p7"/>
          <p:cNvSpPr txBox="1"/>
          <p:nvPr>
            <p:ph idx="17" type="body"/>
          </p:nvPr>
        </p:nvSpPr>
        <p:spPr>
          <a:xfrm>
            <a:off x="2598175" y="2181275"/>
            <a:ext cx="20850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113" name="Google Shape;113;p7"/>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4" name="Google Shape;114;p7"/>
          <p:cNvSpPr txBox="1"/>
          <p:nvPr>
            <p:ph idx="1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15" name="Google Shape;115;p7"/>
          <p:cNvSpPr txBox="1"/>
          <p:nvPr>
            <p:ph idx="20"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6" name="Google Shape;116;p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117" name="Google Shape;117;p7"/>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8" name="Google Shape;118;p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119" name="Google Shape;119;p7"/>
          <p:cNvSpPr txBox="1"/>
          <p:nvPr>
            <p:ph idx="21" type="title"/>
          </p:nvPr>
        </p:nvSpPr>
        <p:spPr>
          <a:xfrm>
            <a:off x="518575" y="3955025"/>
            <a:ext cx="20793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20" name="Google Shape;120;p7"/>
          <p:cNvSpPr txBox="1"/>
          <p:nvPr>
            <p:ph idx="22" type="title"/>
          </p:nvPr>
        </p:nvSpPr>
        <p:spPr>
          <a:xfrm>
            <a:off x="2596700" y="3955025"/>
            <a:ext cx="20865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21" name="Google Shape;121;p7"/>
          <p:cNvSpPr txBox="1"/>
          <p:nvPr>
            <p:ph idx="23" type="subTitle"/>
          </p:nvPr>
        </p:nvSpPr>
        <p:spPr>
          <a:xfrm>
            <a:off x="4684800" y="1002050"/>
            <a:ext cx="2086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2" name="Google Shape;122;p7"/>
          <p:cNvSpPr txBox="1"/>
          <p:nvPr>
            <p:ph idx="24" type="subTitle"/>
          </p:nvPr>
        </p:nvSpPr>
        <p:spPr>
          <a:xfrm>
            <a:off x="4684871" y="1186850"/>
            <a:ext cx="2086500" cy="4803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3" name="Google Shape;123;p7"/>
          <p:cNvSpPr txBox="1"/>
          <p:nvPr>
            <p:ph idx="25" type="subTitle"/>
          </p:nvPr>
        </p:nvSpPr>
        <p:spPr>
          <a:xfrm>
            <a:off x="4684875" y="3088650"/>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4" name="Google Shape;124;p7"/>
          <p:cNvSpPr txBox="1"/>
          <p:nvPr>
            <p:ph idx="26" type="subTitle"/>
          </p:nvPr>
        </p:nvSpPr>
        <p:spPr>
          <a:xfrm>
            <a:off x="4684875" y="4079075"/>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5" name="Google Shape;125;p7"/>
          <p:cNvSpPr txBox="1"/>
          <p:nvPr>
            <p:ph idx="27" type="body"/>
          </p:nvPr>
        </p:nvSpPr>
        <p:spPr>
          <a:xfrm>
            <a:off x="4684800" y="4385550"/>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80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80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80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80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80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80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80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800"/>
              </a:spcBef>
              <a:spcAft>
                <a:spcPts val="800"/>
              </a:spcAft>
              <a:buClr>
                <a:schemeClr val="dk2"/>
              </a:buClr>
              <a:buSzPts val="1000"/>
              <a:buFont typeface="Inter"/>
              <a:buChar char="■"/>
              <a:defRPr sz="1000">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oY Revenew Growth - ALT 1">
  <p:cSld name="BLANK_1_1_1_1_1_1_1_1_2_1_1">
    <p:bg>
      <p:bgPr>
        <a:solidFill>
          <a:schemeClr val="lt2"/>
        </a:solidFill>
      </p:bgPr>
    </p:bg>
    <p:spTree>
      <p:nvGrpSpPr>
        <p:cNvPr id="126" name="Shape 126"/>
        <p:cNvGrpSpPr/>
        <p:nvPr/>
      </p:nvGrpSpPr>
      <p:grpSpPr>
        <a:xfrm>
          <a:off x="0" y="0"/>
          <a:ext cx="0" cy="0"/>
          <a:chOff x="0" y="0"/>
          <a:chExt cx="0" cy="0"/>
        </a:xfrm>
      </p:grpSpPr>
      <p:sp>
        <p:nvSpPr>
          <p:cNvPr id="127" name="Google Shape;127;p8"/>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28" name="Google Shape;128;p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9" name="Google Shape;129;p8"/>
          <p:cNvSpPr/>
          <p:nvPr/>
        </p:nvSpPr>
        <p:spPr>
          <a:xfrm>
            <a:off x="802750" y="1006925"/>
            <a:ext cx="197400" cy="19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30" name="Google Shape;130;p8"/>
          <p:cNvSpPr/>
          <p:nvPr/>
        </p:nvSpPr>
        <p:spPr>
          <a:xfrm>
            <a:off x="2077650" y="1006925"/>
            <a:ext cx="197400" cy="19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31" name="Google Shape;131;p8"/>
          <p:cNvSpPr txBox="1"/>
          <p:nvPr>
            <p:ph type="title"/>
          </p:nvPr>
        </p:nvSpPr>
        <p:spPr>
          <a:xfrm flipH="1">
            <a:off x="524150" y="334900"/>
            <a:ext cx="6248700" cy="5067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32" name="Google Shape;132;p8"/>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3" name="Google Shape;133;p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 name="Google Shape;134;p8"/>
          <p:cNvSpPr txBox="1"/>
          <p:nvPr>
            <p:ph idx="4" type="body"/>
          </p:nvPr>
        </p:nvSpPr>
        <p:spPr>
          <a:xfrm>
            <a:off x="6773750" y="1354750"/>
            <a:ext cx="1848900" cy="28836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5" name="Google Shape;135;p8"/>
          <p:cNvSpPr txBox="1"/>
          <p:nvPr>
            <p:ph idx="5" type="title"/>
          </p:nvPr>
        </p:nvSpPr>
        <p:spPr>
          <a:xfrm>
            <a:off x="6773750" y="841725"/>
            <a:ext cx="1848900" cy="3648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36" name="Google Shape;136;p8"/>
          <p:cNvSpPr txBox="1"/>
          <p:nvPr>
            <p:ph idx="6" type="subTitle"/>
          </p:nvPr>
        </p:nvSpPr>
        <p:spPr>
          <a:xfrm>
            <a:off x="10001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7" name="Google Shape;137;p8"/>
          <p:cNvSpPr txBox="1"/>
          <p:nvPr>
            <p:ph idx="7" type="subTitle"/>
          </p:nvPr>
        </p:nvSpPr>
        <p:spPr>
          <a:xfrm>
            <a:off x="22750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8" name="Google Shape;138;p8"/>
          <p:cNvSpPr txBox="1"/>
          <p:nvPr>
            <p:ph idx="8" type="title"/>
          </p:nvPr>
        </p:nvSpPr>
        <p:spPr>
          <a:xfrm>
            <a:off x="772850" y="14820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39" name="Google Shape;139;p8"/>
          <p:cNvSpPr txBox="1"/>
          <p:nvPr>
            <p:ph idx="9" type="title"/>
          </p:nvPr>
        </p:nvSpPr>
        <p:spPr>
          <a:xfrm>
            <a:off x="772850" y="20587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0" name="Google Shape;140;p8"/>
          <p:cNvSpPr txBox="1"/>
          <p:nvPr>
            <p:ph idx="13" type="title"/>
          </p:nvPr>
        </p:nvSpPr>
        <p:spPr>
          <a:xfrm>
            <a:off x="772850" y="26353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1" name="Google Shape;141;p8"/>
          <p:cNvSpPr txBox="1"/>
          <p:nvPr>
            <p:ph idx="14" type="title"/>
          </p:nvPr>
        </p:nvSpPr>
        <p:spPr>
          <a:xfrm>
            <a:off x="772850" y="32120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2" name="Google Shape;142;p8"/>
          <p:cNvSpPr txBox="1"/>
          <p:nvPr>
            <p:ph idx="15" type="title"/>
          </p:nvPr>
        </p:nvSpPr>
        <p:spPr>
          <a:xfrm>
            <a:off x="772850" y="37886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3" name="Google Shape;143;p8"/>
          <p:cNvSpPr txBox="1"/>
          <p:nvPr>
            <p:ph idx="16" type="title"/>
          </p:nvPr>
        </p:nvSpPr>
        <p:spPr>
          <a:xfrm>
            <a:off x="772850" y="43653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4" name="Google Shape;144;p8"/>
          <p:cNvSpPr txBox="1"/>
          <p:nvPr>
            <p:ph idx="17" type="subTitle"/>
          </p:nvPr>
        </p:nvSpPr>
        <p:spPr>
          <a:xfrm>
            <a:off x="12524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cxnSp>
        <p:nvCxnSpPr>
          <p:cNvPr id="145" name="Google Shape;145;p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6" name="Google Shape;146;p8"/>
          <p:cNvSpPr txBox="1"/>
          <p:nvPr>
            <p:ph idx="18" type="subTitle"/>
          </p:nvPr>
        </p:nvSpPr>
        <p:spPr>
          <a:xfrm>
            <a:off x="19273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7" name="Google Shape;147;p8"/>
          <p:cNvSpPr txBox="1"/>
          <p:nvPr>
            <p:ph idx="19" type="subTitle"/>
          </p:nvPr>
        </p:nvSpPr>
        <p:spPr>
          <a:xfrm>
            <a:off x="26022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8" name="Google Shape;148;p8"/>
          <p:cNvSpPr txBox="1"/>
          <p:nvPr>
            <p:ph idx="20" type="subTitle"/>
          </p:nvPr>
        </p:nvSpPr>
        <p:spPr>
          <a:xfrm>
            <a:off x="329706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9" name="Google Shape;149;p8"/>
          <p:cNvSpPr txBox="1"/>
          <p:nvPr>
            <p:ph idx="21" type="subTitle"/>
          </p:nvPr>
        </p:nvSpPr>
        <p:spPr>
          <a:xfrm>
            <a:off x="400183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0" name="Google Shape;150;p8"/>
          <p:cNvSpPr txBox="1"/>
          <p:nvPr>
            <p:ph idx="22" type="subTitle"/>
          </p:nvPr>
        </p:nvSpPr>
        <p:spPr>
          <a:xfrm>
            <a:off x="4711450"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1" name="Google Shape;151;p8"/>
          <p:cNvSpPr txBox="1"/>
          <p:nvPr>
            <p:ph idx="23" type="subTitle"/>
          </p:nvPr>
        </p:nvSpPr>
        <p:spPr>
          <a:xfrm>
            <a:off x="542111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2" name="Google Shape;152;p8"/>
          <p:cNvSpPr txBox="1"/>
          <p:nvPr>
            <p:ph idx="24" type="subTitle"/>
          </p:nvPr>
        </p:nvSpPr>
        <p:spPr>
          <a:xfrm>
            <a:off x="613078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Highlights">
  <p:cSld name="BLANK_1_1_1_1_1_1_1_3_1">
    <p:bg>
      <p:bgPr>
        <a:solidFill>
          <a:schemeClr val="lt2"/>
        </a:solidFill>
      </p:bgPr>
    </p:bg>
    <p:spTree>
      <p:nvGrpSpPr>
        <p:cNvPr id="153" name="Shape 153"/>
        <p:cNvGrpSpPr/>
        <p:nvPr/>
      </p:nvGrpSpPr>
      <p:grpSpPr>
        <a:xfrm>
          <a:off x="0" y="0"/>
          <a:ext cx="0" cy="0"/>
          <a:chOff x="0" y="0"/>
          <a:chExt cx="0" cy="0"/>
        </a:xfrm>
      </p:grpSpPr>
      <p:sp>
        <p:nvSpPr>
          <p:cNvPr id="154" name="Google Shape;154;p9"/>
          <p:cNvSpPr txBox="1"/>
          <p:nvPr>
            <p:ph idx="1" type="body"/>
          </p:nvPr>
        </p:nvSpPr>
        <p:spPr>
          <a:xfrm>
            <a:off x="5810300" y="1307625"/>
            <a:ext cx="2812500" cy="2065800"/>
          </a:xfrm>
          <a:prstGeom prst="rect">
            <a:avLst/>
          </a:prstGeom>
        </p:spPr>
        <p:txBody>
          <a:bodyPr anchorCtr="0" anchor="t" bIns="182875" lIns="182875" spcFirstLastPara="1" rIns="182875" wrap="square" tIns="274300">
            <a:noAutofit/>
          </a:bodyPr>
          <a:lstStyle>
            <a:lvl1pPr indent="-304800" lvl="0" marL="457200">
              <a:spcBef>
                <a:spcPts val="0"/>
              </a:spcBef>
              <a:spcAft>
                <a:spcPts val="0"/>
              </a:spcAft>
              <a:buSzPts val="1200"/>
              <a:buFont typeface="Inter Light"/>
              <a:buChar char="●"/>
              <a:defRPr>
                <a:latin typeface="Inter Light"/>
                <a:ea typeface="Inter Light"/>
                <a:cs typeface="Inter Light"/>
                <a:sym typeface="Inter Light"/>
              </a:defRPr>
            </a:lvl1pPr>
            <a:lvl2pPr indent="-304800" lvl="1" marL="914400">
              <a:spcBef>
                <a:spcPts val="800"/>
              </a:spcBef>
              <a:spcAft>
                <a:spcPts val="0"/>
              </a:spcAft>
              <a:buSzPts val="1200"/>
              <a:buFont typeface="Inter Light"/>
              <a:buChar char="○"/>
              <a:defRPr>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304800" lvl="3" marL="1828800">
              <a:spcBef>
                <a:spcPts val="800"/>
              </a:spcBef>
              <a:spcAft>
                <a:spcPts val="0"/>
              </a:spcAft>
              <a:buSzPts val="1200"/>
              <a:buFont typeface="Inter Light"/>
              <a:buChar char="●"/>
              <a:defRPr>
                <a:latin typeface="Inter Light"/>
                <a:ea typeface="Inter Light"/>
                <a:cs typeface="Inter Light"/>
                <a:sym typeface="Inter Light"/>
              </a:defRPr>
            </a:lvl4pPr>
            <a:lvl5pPr indent="-304800" lvl="4" marL="2286000">
              <a:spcBef>
                <a:spcPts val="800"/>
              </a:spcBef>
              <a:spcAft>
                <a:spcPts val="0"/>
              </a:spcAft>
              <a:buSzPts val="1200"/>
              <a:buFont typeface="Inter Light"/>
              <a:buChar char="○"/>
              <a:defRPr>
                <a:latin typeface="Inter Light"/>
                <a:ea typeface="Inter Light"/>
                <a:cs typeface="Inter Light"/>
                <a:sym typeface="Inter Light"/>
              </a:defRPr>
            </a:lvl5pPr>
            <a:lvl6pPr indent="-304800" lvl="5" marL="2743200">
              <a:spcBef>
                <a:spcPts val="800"/>
              </a:spcBef>
              <a:spcAft>
                <a:spcPts val="0"/>
              </a:spcAft>
              <a:buSzPts val="1200"/>
              <a:buFont typeface="Inter Light"/>
              <a:buChar char="■"/>
              <a:defRPr>
                <a:latin typeface="Inter Light"/>
                <a:ea typeface="Inter Light"/>
                <a:cs typeface="Inter Light"/>
                <a:sym typeface="Inter Light"/>
              </a:defRPr>
            </a:lvl6pPr>
            <a:lvl7pPr indent="-304800" lvl="6" marL="3200400">
              <a:spcBef>
                <a:spcPts val="800"/>
              </a:spcBef>
              <a:spcAft>
                <a:spcPts val="0"/>
              </a:spcAft>
              <a:buSzPts val="1200"/>
              <a:buFont typeface="Inter Light"/>
              <a:buChar char="●"/>
              <a:defRPr>
                <a:latin typeface="Inter Light"/>
                <a:ea typeface="Inter Light"/>
                <a:cs typeface="Inter Light"/>
                <a:sym typeface="Inter Light"/>
              </a:defRPr>
            </a:lvl7pPr>
            <a:lvl8pPr indent="-304800" lvl="7" marL="3657600">
              <a:spcBef>
                <a:spcPts val="800"/>
              </a:spcBef>
              <a:spcAft>
                <a:spcPts val="0"/>
              </a:spcAft>
              <a:buSzPts val="1200"/>
              <a:buFont typeface="Inter Light"/>
              <a:buChar char="○"/>
              <a:defRPr>
                <a:latin typeface="Inter Light"/>
                <a:ea typeface="Inter Light"/>
                <a:cs typeface="Inter Light"/>
                <a:sym typeface="Inter Light"/>
              </a:defRPr>
            </a:lvl8pPr>
            <a:lvl9pPr indent="-304800" lvl="8" marL="4114800">
              <a:spcBef>
                <a:spcPts val="800"/>
              </a:spcBef>
              <a:spcAft>
                <a:spcPts val="800"/>
              </a:spcAft>
              <a:buSzPts val="1200"/>
              <a:buFont typeface="Inter Light"/>
              <a:buChar char="■"/>
              <a:defRPr>
                <a:latin typeface="Inter Light"/>
                <a:ea typeface="Inter Light"/>
                <a:cs typeface="Inter Light"/>
                <a:sym typeface="Inter Light"/>
              </a:defRPr>
            </a:lvl9pPr>
          </a:lstStyle>
          <a:p/>
        </p:txBody>
      </p:sp>
      <p:sp>
        <p:nvSpPr>
          <p:cNvPr id="155" name="Google Shape;155;p9"/>
          <p:cNvSpPr txBox="1"/>
          <p:nvPr>
            <p:ph type="title"/>
          </p:nvPr>
        </p:nvSpPr>
        <p:spPr>
          <a:xfrm>
            <a:off x="520900"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156" name="Google Shape;156;p9"/>
          <p:cNvSpPr txBox="1"/>
          <p:nvPr>
            <p:ph idx="2" type="title"/>
          </p:nvPr>
        </p:nvSpPr>
        <p:spPr>
          <a:xfrm>
            <a:off x="520900"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SzPts val="1200"/>
              <a:buFont typeface="Inter"/>
              <a:buNone/>
              <a:defRPr sz="1200">
                <a:latin typeface="Inter"/>
                <a:ea typeface="Inter"/>
                <a:cs typeface="Inter"/>
                <a:sym typeface="Inter"/>
              </a:defRPr>
            </a:lvl1pPr>
            <a:lvl2pPr lvl="1">
              <a:spcBef>
                <a:spcPts val="0"/>
              </a:spcBef>
              <a:spcAft>
                <a:spcPts val="0"/>
              </a:spcAft>
              <a:buSzPts val="1200"/>
              <a:buFont typeface="Inter"/>
              <a:buNone/>
              <a:defRPr sz="1200">
                <a:latin typeface="Inter"/>
                <a:ea typeface="Inter"/>
                <a:cs typeface="Inter"/>
                <a:sym typeface="Inter"/>
              </a:defRPr>
            </a:lvl2pPr>
            <a:lvl3pPr lvl="2">
              <a:spcBef>
                <a:spcPts val="0"/>
              </a:spcBef>
              <a:spcAft>
                <a:spcPts val="0"/>
              </a:spcAft>
              <a:buSzPts val="1200"/>
              <a:buFont typeface="Inter"/>
              <a:buNone/>
              <a:defRPr sz="1200">
                <a:latin typeface="Inter"/>
                <a:ea typeface="Inter"/>
                <a:cs typeface="Inter"/>
                <a:sym typeface="Inter"/>
              </a:defRPr>
            </a:lvl3pPr>
            <a:lvl4pPr lvl="3">
              <a:spcBef>
                <a:spcPts val="0"/>
              </a:spcBef>
              <a:spcAft>
                <a:spcPts val="0"/>
              </a:spcAft>
              <a:buSzPts val="1200"/>
              <a:buFont typeface="Inter"/>
              <a:buNone/>
              <a:defRPr sz="1200">
                <a:latin typeface="Inter"/>
                <a:ea typeface="Inter"/>
                <a:cs typeface="Inter"/>
                <a:sym typeface="Inter"/>
              </a:defRPr>
            </a:lvl4pPr>
            <a:lvl5pPr lvl="4">
              <a:spcBef>
                <a:spcPts val="0"/>
              </a:spcBef>
              <a:spcAft>
                <a:spcPts val="0"/>
              </a:spcAft>
              <a:buSzPts val="1200"/>
              <a:buFont typeface="Inter"/>
              <a:buNone/>
              <a:defRPr sz="1200">
                <a:latin typeface="Inter"/>
                <a:ea typeface="Inter"/>
                <a:cs typeface="Inter"/>
                <a:sym typeface="Inter"/>
              </a:defRPr>
            </a:lvl5pPr>
            <a:lvl6pPr lvl="5">
              <a:spcBef>
                <a:spcPts val="0"/>
              </a:spcBef>
              <a:spcAft>
                <a:spcPts val="0"/>
              </a:spcAft>
              <a:buSzPts val="1200"/>
              <a:buFont typeface="Inter"/>
              <a:buNone/>
              <a:defRPr sz="1200">
                <a:latin typeface="Inter"/>
                <a:ea typeface="Inter"/>
                <a:cs typeface="Inter"/>
                <a:sym typeface="Inter"/>
              </a:defRPr>
            </a:lvl6pPr>
            <a:lvl7pPr lvl="6">
              <a:spcBef>
                <a:spcPts val="0"/>
              </a:spcBef>
              <a:spcAft>
                <a:spcPts val="0"/>
              </a:spcAft>
              <a:buSzPts val="1200"/>
              <a:buFont typeface="Inter"/>
              <a:buNone/>
              <a:defRPr sz="1200">
                <a:latin typeface="Inter"/>
                <a:ea typeface="Inter"/>
                <a:cs typeface="Inter"/>
                <a:sym typeface="Inter"/>
              </a:defRPr>
            </a:lvl7pPr>
            <a:lvl8pPr lvl="7">
              <a:spcBef>
                <a:spcPts val="0"/>
              </a:spcBef>
              <a:spcAft>
                <a:spcPts val="0"/>
              </a:spcAft>
              <a:buSzPts val="1200"/>
              <a:buFont typeface="Inter"/>
              <a:buNone/>
              <a:defRPr sz="1200">
                <a:latin typeface="Inter"/>
                <a:ea typeface="Inter"/>
                <a:cs typeface="Inter"/>
                <a:sym typeface="Inter"/>
              </a:defRPr>
            </a:lvl8pPr>
            <a:lvl9pPr lvl="8">
              <a:spcBef>
                <a:spcPts val="0"/>
              </a:spcBef>
              <a:spcAft>
                <a:spcPts val="0"/>
              </a:spcAft>
              <a:buSzPts val="1200"/>
              <a:buFont typeface="Inter"/>
              <a:buNone/>
              <a:defRPr sz="1200">
                <a:latin typeface="Inter"/>
                <a:ea typeface="Inter"/>
                <a:cs typeface="Inter"/>
                <a:sym typeface="Inter"/>
              </a:defRPr>
            </a:lvl9pPr>
          </a:lstStyle>
          <a:p/>
        </p:txBody>
      </p:sp>
      <p:sp>
        <p:nvSpPr>
          <p:cNvPr id="157" name="Google Shape;157;p9"/>
          <p:cNvSpPr txBox="1"/>
          <p:nvPr>
            <p:ph idx="3" type="subTitle"/>
          </p:nvPr>
        </p:nvSpPr>
        <p:spPr>
          <a:xfrm>
            <a:off x="520900"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SzPts val="800"/>
              <a:buFont typeface="Inter Light"/>
              <a:buNone/>
              <a:defRPr sz="800">
                <a:latin typeface="Inter Light"/>
                <a:ea typeface="Inter Light"/>
                <a:cs typeface="Inter Light"/>
                <a:sym typeface="Inter Light"/>
              </a:defRPr>
            </a:lvl1pPr>
            <a:lvl2pPr lvl="1">
              <a:spcBef>
                <a:spcPts val="800"/>
              </a:spcBef>
              <a:spcAft>
                <a:spcPts val="0"/>
              </a:spcAft>
              <a:buSzPts val="800"/>
              <a:buFont typeface="Inter Light"/>
              <a:buNone/>
              <a:defRPr sz="800">
                <a:latin typeface="Inter Light"/>
                <a:ea typeface="Inter Light"/>
                <a:cs typeface="Inter Light"/>
                <a:sym typeface="Inter Light"/>
              </a:defRPr>
            </a:lvl2pPr>
            <a:lvl3pPr lvl="2">
              <a:spcBef>
                <a:spcPts val="800"/>
              </a:spcBef>
              <a:spcAft>
                <a:spcPts val="0"/>
              </a:spcAft>
              <a:buSzPts val="800"/>
              <a:buFont typeface="Inter Light"/>
              <a:buNone/>
              <a:defRPr sz="800">
                <a:latin typeface="Inter Light"/>
                <a:ea typeface="Inter Light"/>
                <a:cs typeface="Inter Light"/>
                <a:sym typeface="Inter Light"/>
              </a:defRPr>
            </a:lvl3pPr>
            <a:lvl4pPr lvl="3">
              <a:spcBef>
                <a:spcPts val="800"/>
              </a:spcBef>
              <a:spcAft>
                <a:spcPts val="0"/>
              </a:spcAft>
              <a:buSzPts val="800"/>
              <a:buFont typeface="Inter Light"/>
              <a:buNone/>
              <a:defRPr sz="800">
                <a:latin typeface="Inter Light"/>
                <a:ea typeface="Inter Light"/>
                <a:cs typeface="Inter Light"/>
                <a:sym typeface="Inter Light"/>
              </a:defRPr>
            </a:lvl4pPr>
            <a:lvl5pPr lvl="4">
              <a:spcBef>
                <a:spcPts val="800"/>
              </a:spcBef>
              <a:spcAft>
                <a:spcPts val="0"/>
              </a:spcAft>
              <a:buSzPts val="800"/>
              <a:buFont typeface="Inter Light"/>
              <a:buNone/>
              <a:defRPr sz="800">
                <a:latin typeface="Inter Light"/>
                <a:ea typeface="Inter Light"/>
                <a:cs typeface="Inter Light"/>
                <a:sym typeface="Inter Light"/>
              </a:defRPr>
            </a:lvl5pPr>
            <a:lvl6pPr lvl="5">
              <a:spcBef>
                <a:spcPts val="800"/>
              </a:spcBef>
              <a:spcAft>
                <a:spcPts val="0"/>
              </a:spcAft>
              <a:buSzPts val="800"/>
              <a:buFont typeface="Inter Light"/>
              <a:buNone/>
              <a:defRPr sz="800">
                <a:latin typeface="Inter Light"/>
                <a:ea typeface="Inter Light"/>
                <a:cs typeface="Inter Light"/>
                <a:sym typeface="Inter Light"/>
              </a:defRPr>
            </a:lvl6pPr>
            <a:lvl7pPr lvl="6">
              <a:spcBef>
                <a:spcPts val="800"/>
              </a:spcBef>
              <a:spcAft>
                <a:spcPts val="0"/>
              </a:spcAft>
              <a:buSzPts val="800"/>
              <a:buFont typeface="Inter Light"/>
              <a:buNone/>
              <a:defRPr sz="800">
                <a:latin typeface="Inter Light"/>
                <a:ea typeface="Inter Light"/>
                <a:cs typeface="Inter Light"/>
                <a:sym typeface="Inter Light"/>
              </a:defRPr>
            </a:lvl7pPr>
            <a:lvl8pPr lvl="7">
              <a:spcBef>
                <a:spcPts val="800"/>
              </a:spcBef>
              <a:spcAft>
                <a:spcPts val="0"/>
              </a:spcAft>
              <a:buSzPts val="800"/>
              <a:buFont typeface="Inter Light"/>
              <a:buNone/>
              <a:defRPr sz="800">
                <a:latin typeface="Inter Light"/>
                <a:ea typeface="Inter Light"/>
                <a:cs typeface="Inter Light"/>
                <a:sym typeface="Inter Light"/>
              </a:defRPr>
            </a:lvl8pPr>
            <a:lvl9pPr lvl="8">
              <a:spcBef>
                <a:spcPts val="800"/>
              </a:spcBef>
              <a:spcAft>
                <a:spcPts val="800"/>
              </a:spcAft>
              <a:buSzPts val="800"/>
              <a:buFont typeface="Inter Light"/>
              <a:buNone/>
              <a:defRPr sz="800">
                <a:latin typeface="Inter Light"/>
                <a:ea typeface="Inter Light"/>
                <a:cs typeface="Inter Light"/>
                <a:sym typeface="Inter Light"/>
              </a:defRPr>
            </a:lvl9pPr>
          </a:lstStyle>
          <a:p/>
        </p:txBody>
      </p:sp>
      <p:sp>
        <p:nvSpPr>
          <p:cNvPr id="158" name="Google Shape;158;p9"/>
          <p:cNvSpPr txBox="1"/>
          <p:nvPr>
            <p:ph idx="4" type="title"/>
          </p:nvPr>
        </p:nvSpPr>
        <p:spPr>
          <a:xfrm>
            <a:off x="520900"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SzPts val="1000"/>
              <a:buFont typeface="Inter Light"/>
              <a:buNone/>
              <a:defRPr sz="10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159" name="Google Shape;159;p9"/>
          <p:cNvSpPr txBox="1"/>
          <p:nvPr>
            <p:ph idx="5" type="title"/>
          </p:nvPr>
        </p:nvSpPr>
        <p:spPr>
          <a:xfrm>
            <a:off x="3167188"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160" name="Google Shape;160;p9"/>
          <p:cNvSpPr txBox="1"/>
          <p:nvPr>
            <p:ph idx="6" type="title"/>
          </p:nvPr>
        </p:nvSpPr>
        <p:spPr>
          <a:xfrm>
            <a:off x="3167188"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161" name="Google Shape;161;p9"/>
          <p:cNvSpPr txBox="1"/>
          <p:nvPr>
            <p:ph idx="7" type="subTitle"/>
          </p:nvPr>
        </p:nvSpPr>
        <p:spPr>
          <a:xfrm>
            <a:off x="3167188"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1pPr>
            <a:lvl2pPr lvl="1">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2pPr>
            <a:lvl3pPr lvl="2">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3pPr>
            <a:lvl4pPr lvl="3">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4pPr>
            <a:lvl5pPr lvl="4">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5pPr>
            <a:lvl6pPr lvl="5">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6pPr>
            <a:lvl7pPr lvl="6">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7pPr>
            <a:lvl8pPr lvl="7">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8pPr>
            <a:lvl9pPr lvl="8">
              <a:spcBef>
                <a:spcPts val="800"/>
              </a:spcBef>
              <a:spcAft>
                <a:spcPts val="800"/>
              </a:spcAft>
              <a:buClr>
                <a:schemeClr val="lt2"/>
              </a:buClr>
              <a:buSzPts val="800"/>
              <a:buFont typeface="Inter Light"/>
              <a:buNone/>
              <a:defRPr sz="800">
                <a:solidFill>
                  <a:schemeClr val="lt2"/>
                </a:solidFill>
                <a:latin typeface="Inter Light"/>
                <a:ea typeface="Inter Light"/>
                <a:cs typeface="Inter Light"/>
                <a:sym typeface="Inter Light"/>
              </a:defRPr>
            </a:lvl9pPr>
          </a:lstStyle>
          <a:p/>
        </p:txBody>
      </p:sp>
      <p:sp>
        <p:nvSpPr>
          <p:cNvPr id="162" name="Google Shape;162;p9"/>
          <p:cNvSpPr txBox="1"/>
          <p:nvPr>
            <p:ph idx="8" type="title"/>
          </p:nvPr>
        </p:nvSpPr>
        <p:spPr>
          <a:xfrm>
            <a:off x="3167188"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000"/>
              <a:buFont typeface="Inter Light"/>
              <a:buNone/>
              <a:defRPr sz="1000">
                <a:latin typeface="Inter Light"/>
                <a:ea typeface="Inter Light"/>
                <a:cs typeface="Inter Light"/>
                <a:sym typeface="Inter Light"/>
              </a:defRPr>
            </a:lvl1pPr>
            <a:lvl2pPr lvl="1">
              <a:spcBef>
                <a:spcPts val="0"/>
              </a:spcBef>
              <a:spcAft>
                <a:spcPts val="0"/>
              </a:spcAft>
              <a:buClr>
                <a:schemeClr val="lt1"/>
              </a:buClr>
              <a:buSzPts val="1000"/>
              <a:buFont typeface="Inter Light"/>
              <a:buNone/>
              <a:defRPr sz="1000">
                <a:latin typeface="Inter Light"/>
                <a:ea typeface="Inter Light"/>
                <a:cs typeface="Inter Light"/>
                <a:sym typeface="Inter Light"/>
              </a:defRPr>
            </a:lvl2pPr>
            <a:lvl3pPr lvl="2">
              <a:spcBef>
                <a:spcPts val="0"/>
              </a:spcBef>
              <a:spcAft>
                <a:spcPts val="0"/>
              </a:spcAft>
              <a:buClr>
                <a:schemeClr val="lt1"/>
              </a:buClr>
              <a:buSzPts val="1000"/>
              <a:buFont typeface="Inter Light"/>
              <a:buNone/>
              <a:defRPr sz="1000">
                <a:latin typeface="Inter Light"/>
                <a:ea typeface="Inter Light"/>
                <a:cs typeface="Inter Light"/>
                <a:sym typeface="Inter Light"/>
              </a:defRPr>
            </a:lvl3pPr>
            <a:lvl4pPr lvl="3">
              <a:spcBef>
                <a:spcPts val="0"/>
              </a:spcBef>
              <a:spcAft>
                <a:spcPts val="0"/>
              </a:spcAft>
              <a:buClr>
                <a:schemeClr val="lt1"/>
              </a:buClr>
              <a:buSzPts val="1000"/>
              <a:buFont typeface="Inter Light"/>
              <a:buNone/>
              <a:defRPr sz="1000">
                <a:latin typeface="Inter Light"/>
                <a:ea typeface="Inter Light"/>
                <a:cs typeface="Inter Light"/>
                <a:sym typeface="Inter Light"/>
              </a:defRPr>
            </a:lvl4pPr>
            <a:lvl5pPr lvl="4">
              <a:spcBef>
                <a:spcPts val="0"/>
              </a:spcBef>
              <a:spcAft>
                <a:spcPts val="0"/>
              </a:spcAft>
              <a:buClr>
                <a:schemeClr val="lt1"/>
              </a:buClr>
              <a:buSzPts val="1000"/>
              <a:buFont typeface="Inter Light"/>
              <a:buNone/>
              <a:defRPr sz="1000">
                <a:latin typeface="Inter Light"/>
                <a:ea typeface="Inter Light"/>
                <a:cs typeface="Inter Light"/>
                <a:sym typeface="Inter Light"/>
              </a:defRPr>
            </a:lvl5pPr>
            <a:lvl6pPr lvl="5">
              <a:spcBef>
                <a:spcPts val="0"/>
              </a:spcBef>
              <a:spcAft>
                <a:spcPts val="0"/>
              </a:spcAft>
              <a:buClr>
                <a:schemeClr val="lt1"/>
              </a:buClr>
              <a:buSzPts val="1000"/>
              <a:buFont typeface="Inter Light"/>
              <a:buNone/>
              <a:defRPr sz="1000">
                <a:latin typeface="Inter Light"/>
                <a:ea typeface="Inter Light"/>
                <a:cs typeface="Inter Light"/>
                <a:sym typeface="Inter Light"/>
              </a:defRPr>
            </a:lvl6pPr>
            <a:lvl7pPr lvl="6">
              <a:spcBef>
                <a:spcPts val="0"/>
              </a:spcBef>
              <a:spcAft>
                <a:spcPts val="0"/>
              </a:spcAft>
              <a:buClr>
                <a:schemeClr val="lt1"/>
              </a:buClr>
              <a:buSzPts val="1000"/>
              <a:buFont typeface="Inter Light"/>
              <a:buNone/>
              <a:defRPr sz="1000">
                <a:latin typeface="Inter Light"/>
                <a:ea typeface="Inter Light"/>
                <a:cs typeface="Inter Light"/>
                <a:sym typeface="Inter Light"/>
              </a:defRPr>
            </a:lvl7pPr>
            <a:lvl8pPr lvl="7">
              <a:spcBef>
                <a:spcPts val="0"/>
              </a:spcBef>
              <a:spcAft>
                <a:spcPts val="0"/>
              </a:spcAft>
              <a:buClr>
                <a:schemeClr val="lt1"/>
              </a:buClr>
              <a:buSzPts val="1000"/>
              <a:buFont typeface="Inter Light"/>
              <a:buNone/>
              <a:defRPr sz="1000">
                <a:latin typeface="Inter Light"/>
                <a:ea typeface="Inter Light"/>
                <a:cs typeface="Inter Light"/>
                <a:sym typeface="Inter Light"/>
              </a:defRPr>
            </a:lvl8pPr>
            <a:lvl9pPr lvl="8">
              <a:spcBef>
                <a:spcPts val="0"/>
              </a:spcBef>
              <a:spcAft>
                <a:spcPts val="0"/>
              </a:spcAft>
              <a:buClr>
                <a:schemeClr val="lt1"/>
              </a:buClr>
              <a:buSzPts val="1000"/>
              <a:buFont typeface="Inter Light"/>
              <a:buNone/>
              <a:defRPr sz="1000">
                <a:latin typeface="Inter Light"/>
                <a:ea typeface="Inter Light"/>
                <a:cs typeface="Inter Light"/>
                <a:sym typeface="Inter Light"/>
              </a:defRPr>
            </a:lvl9pPr>
          </a:lstStyle>
          <a:p/>
        </p:txBody>
      </p:sp>
      <p:sp>
        <p:nvSpPr>
          <p:cNvPr id="163" name="Google Shape;163;p9"/>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64" name="Google Shape;164;p9"/>
          <p:cNvSpPr txBox="1"/>
          <p:nvPr>
            <p:ph idx="13"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65" name="Google Shape;165;p9"/>
          <p:cNvSpPr txBox="1"/>
          <p:nvPr>
            <p:ph idx="14"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66" name="Google Shape;166;p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7" name="Google Shape;167;p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68" name="Google Shape;168;p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69" name="Google Shape;169;p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70" name="Google Shape;170;p9"/>
          <p:cNvSpPr txBox="1"/>
          <p:nvPr>
            <p:ph idx="1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71" name="Google Shape;171;p9"/>
          <p:cNvSpPr txBox="1"/>
          <p:nvPr>
            <p:ph idx="1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72" name="Google Shape;172;p9"/>
          <p:cNvCxnSpPr/>
          <p:nvPr/>
        </p:nvCxnSpPr>
        <p:spPr>
          <a:xfrm>
            <a:off x="8622700" y="334925"/>
            <a:ext cx="0" cy="4814100"/>
          </a:xfrm>
          <a:prstGeom prst="straightConnector1">
            <a:avLst/>
          </a:prstGeom>
          <a:noFill/>
          <a:ln cap="flat" cmpd="sng" w="9525">
            <a:solidFill>
              <a:schemeClr val="lt1"/>
            </a:solidFill>
            <a:prstDash val="solid"/>
            <a:round/>
            <a:headEnd len="sm" w="sm" type="none"/>
            <a:tailEnd len="sm" w="sm" type="none"/>
          </a:ln>
        </p:spPr>
      </p:cxnSp>
      <p:sp>
        <p:nvSpPr>
          <p:cNvPr id="173" name="Google Shape;173;p9"/>
          <p:cNvSpPr txBox="1"/>
          <p:nvPr>
            <p:ph idx="17" type="title"/>
          </p:nvPr>
        </p:nvSpPr>
        <p:spPr>
          <a:xfrm>
            <a:off x="520900" y="3466625"/>
            <a:ext cx="1848600" cy="279000"/>
          </a:xfrm>
          <a:prstGeom prst="rect">
            <a:avLst/>
          </a:prstGeom>
        </p:spPr>
        <p:txBody>
          <a:bodyPr anchorCtr="0" anchor="ctr" bIns="0" lIns="182875" spcFirstLastPara="1" rIns="182875"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174" name="Google Shape;174;p9"/>
          <p:cNvSpPr txBox="1"/>
          <p:nvPr>
            <p:ph idx="18" type="subTitle"/>
          </p:nvPr>
        </p:nvSpPr>
        <p:spPr>
          <a:xfrm>
            <a:off x="524135"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5" name="Google Shape;175;p9"/>
          <p:cNvSpPr txBox="1"/>
          <p:nvPr>
            <p:ph idx="19" type="title"/>
          </p:nvPr>
        </p:nvSpPr>
        <p:spPr>
          <a:xfrm>
            <a:off x="520900"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76" name="Google Shape;176;p9"/>
          <p:cNvSpPr txBox="1"/>
          <p:nvPr>
            <p:ph idx="20" type="subTitle"/>
          </p:nvPr>
        </p:nvSpPr>
        <p:spPr>
          <a:xfrm>
            <a:off x="2374473"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7" name="Google Shape;177;p9"/>
          <p:cNvSpPr txBox="1"/>
          <p:nvPr>
            <p:ph idx="21" type="title"/>
          </p:nvPr>
        </p:nvSpPr>
        <p:spPr>
          <a:xfrm>
            <a:off x="2371238"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78" name="Google Shape;178;p9"/>
          <p:cNvSpPr txBox="1"/>
          <p:nvPr>
            <p:ph idx="22" type="subTitle"/>
          </p:nvPr>
        </p:nvSpPr>
        <p:spPr>
          <a:xfrm>
            <a:off x="4225138" y="4213928"/>
            <a:ext cx="1764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9" name="Google Shape;179;p9"/>
          <p:cNvSpPr txBox="1"/>
          <p:nvPr>
            <p:ph idx="23" type="title"/>
          </p:nvPr>
        </p:nvSpPr>
        <p:spPr>
          <a:xfrm>
            <a:off x="4222050" y="3745650"/>
            <a:ext cx="1764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80" name="Google Shape;180;p9"/>
          <p:cNvSpPr txBox="1"/>
          <p:nvPr>
            <p:ph idx="24" type="subTitle"/>
          </p:nvPr>
        </p:nvSpPr>
        <p:spPr>
          <a:xfrm>
            <a:off x="6772301" y="4214250"/>
            <a:ext cx="1848600" cy="224700"/>
          </a:xfrm>
          <a:prstGeom prst="rect">
            <a:avLst/>
          </a:prstGeom>
        </p:spPr>
        <p:txBody>
          <a:bodyPr anchorCtr="0" anchor="ctr" bIns="0" lIns="182875" spcFirstLastPara="1" rIns="91425" wrap="square" tIns="0">
            <a:normAutofit/>
          </a:bodyPr>
          <a:lstStyle>
            <a:lvl1pPr lvl="0">
              <a:spcBef>
                <a:spcPts val="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2pPr>
            <a:lvl3pPr lvl="2">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3pPr>
            <a:lvl4pPr lvl="3">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4pPr>
            <a:lvl5pPr lvl="4">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5pPr>
            <a:lvl6pPr lvl="5">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6pPr>
            <a:lvl7pPr lvl="6">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7pPr>
            <a:lvl8pPr lvl="7">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8pPr>
            <a:lvl9pPr lvl="8">
              <a:spcBef>
                <a:spcPts val="800"/>
              </a:spcBef>
              <a:spcAft>
                <a:spcPts val="80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9pPr>
          </a:lstStyle>
          <a:p/>
        </p:txBody>
      </p:sp>
      <p:sp>
        <p:nvSpPr>
          <p:cNvPr id="181" name="Google Shape;181;p9"/>
          <p:cNvSpPr txBox="1"/>
          <p:nvPr>
            <p:ph idx="25" type="title"/>
          </p:nvPr>
        </p:nvSpPr>
        <p:spPr>
          <a:xfrm>
            <a:off x="6772300" y="3745650"/>
            <a:ext cx="1848600" cy="468600"/>
          </a:xfrm>
          <a:prstGeom prst="rect">
            <a:avLst/>
          </a:prstGeom>
        </p:spPr>
        <p:txBody>
          <a:bodyPr anchorCtr="0" anchor="ctr" bIns="0" lIns="182875" spcFirstLastPara="1" rIns="182875" wrap="square" tIns="0">
            <a:noAutofit/>
          </a:bodyPr>
          <a:lstStyle>
            <a:lvl1pPr lvl="0">
              <a:spcBef>
                <a:spcPts val="0"/>
              </a:spcBef>
              <a:spcAft>
                <a:spcPts val="0"/>
              </a:spcAft>
              <a:buClr>
                <a:schemeClr val="accent1"/>
              </a:buClr>
              <a:buSzPts val="3200"/>
              <a:buFont typeface="Gowun Batang"/>
              <a:buNone/>
              <a:defRPr b="1">
                <a:solidFill>
                  <a:schemeClr val="accent1"/>
                </a:solidFill>
              </a:defRPr>
            </a:lvl1pPr>
            <a:lvl2pPr lvl="1">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2pPr>
            <a:lvl3pPr lvl="2">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3pPr>
            <a:lvl4pPr lvl="3">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4pPr>
            <a:lvl5pPr lvl="4">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5pPr>
            <a:lvl6pPr lvl="5">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6pPr>
            <a:lvl7pPr lvl="6">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7pPr>
            <a:lvl8pPr lvl="7">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8pPr>
            <a:lvl9pPr lvl="8">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rational Performance">
  <p:cSld name="BLANK_1_5_1">
    <p:bg>
      <p:bgPr>
        <a:solidFill>
          <a:schemeClr val="lt1"/>
        </a:solidFill>
      </p:bgPr>
    </p:bg>
    <p:spTree>
      <p:nvGrpSpPr>
        <p:cNvPr id="182" name="Shape 182"/>
        <p:cNvGrpSpPr/>
        <p:nvPr/>
      </p:nvGrpSpPr>
      <p:grpSpPr>
        <a:xfrm>
          <a:off x="0" y="0"/>
          <a:ext cx="0" cy="0"/>
          <a:chOff x="0" y="0"/>
          <a:chExt cx="0" cy="0"/>
        </a:xfrm>
      </p:grpSpPr>
      <p:sp>
        <p:nvSpPr>
          <p:cNvPr id="183" name="Google Shape;183;p10"/>
          <p:cNvSpPr txBox="1"/>
          <p:nvPr>
            <p:ph type="title"/>
          </p:nvPr>
        </p:nvSpPr>
        <p:spPr>
          <a:xfrm>
            <a:off x="4675375" y="337597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184" name="Google Shape;184;p10"/>
          <p:cNvSpPr txBox="1"/>
          <p:nvPr>
            <p:ph idx="2" type="title"/>
          </p:nvPr>
        </p:nvSpPr>
        <p:spPr>
          <a:xfrm>
            <a:off x="34292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185" name="Google Shape;185;p10"/>
          <p:cNvSpPr txBox="1"/>
          <p:nvPr>
            <p:ph idx="3" type="title"/>
          </p:nvPr>
        </p:nvSpPr>
        <p:spPr>
          <a:xfrm>
            <a:off x="4675375" y="1475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6" name="Google Shape;186;p10"/>
          <p:cNvSpPr txBox="1"/>
          <p:nvPr>
            <p:ph idx="4" type="title"/>
          </p:nvPr>
        </p:nvSpPr>
        <p:spPr>
          <a:xfrm>
            <a:off x="4675375" y="2107788"/>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7" name="Google Shape;187;p10"/>
          <p:cNvSpPr txBox="1"/>
          <p:nvPr>
            <p:ph idx="5" type="title"/>
          </p:nvPr>
        </p:nvSpPr>
        <p:spPr>
          <a:xfrm>
            <a:off x="4675375" y="2740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8" name="Google Shape;188;p10"/>
          <p:cNvSpPr txBox="1"/>
          <p:nvPr>
            <p:ph idx="6" type="title"/>
          </p:nvPr>
        </p:nvSpPr>
        <p:spPr>
          <a:xfrm>
            <a:off x="4675375" y="4007325"/>
            <a:ext cx="10560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9" name="Google Shape;189;p10"/>
          <p:cNvSpPr txBox="1"/>
          <p:nvPr>
            <p:ph idx="7" type="title"/>
          </p:nvPr>
        </p:nvSpPr>
        <p:spPr>
          <a:xfrm>
            <a:off x="34292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0" name="Google Shape;190;p10"/>
          <p:cNvSpPr txBox="1"/>
          <p:nvPr>
            <p:ph idx="8" type="title"/>
          </p:nvPr>
        </p:nvSpPr>
        <p:spPr>
          <a:xfrm>
            <a:off x="34292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1" name="Google Shape;191;p10"/>
          <p:cNvSpPr txBox="1"/>
          <p:nvPr>
            <p:ph idx="9" type="title"/>
          </p:nvPr>
        </p:nvSpPr>
        <p:spPr>
          <a:xfrm>
            <a:off x="34292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2" name="Google Shape;192;p10"/>
          <p:cNvSpPr txBox="1"/>
          <p:nvPr>
            <p:ph idx="13" type="title"/>
          </p:nvPr>
        </p:nvSpPr>
        <p:spPr>
          <a:xfrm>
            <a:off x="34292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3" name="Google Shape;193;p10"/>
          <p:cNvSpPr txBox="1"/>
          <p:nvPr>
            <p:ph idx="14" type="title"/>
          </p:nvPr>
        </p:nvSpPr>
        <p:spPr>
          <a:xfrm>
            <a:off x="21841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4" name="Google Shape;194;p10"/>
          <p:cNvSpPr txBox="1"/>
          <p:nvPr>
            <p:ph idx="15" type="title"/>
          </p:nvPr>
        </p:nvSpPr>
        <p:spPr>
          <a:xfrm>
            <a:off x="21841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5" name="Google Shape;195;p10"/>
          <p:cNvSpPr txBox="1"/>
          <p:nvPr>
            <p:ph idx="16" type="title"/>
          </p:nvPr>
        </p:nvSpPr>
        <p:spPr>
          <a:xfrm>
            <a:off x="21841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6" name="Google Shape;196;p10"/>
          <p:cNvSpPr txBox="1"/>
          <p:nvPr>
            <p:ph idx="17" type="title"/>
          </p:nvPr>
        </p:nvSpPr>
        <p:spPr>
          <a:xfrm>
            <a:off x="21841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sz="1000">
                <a:latin typeface="Inter"/>
                <a:ea typeface="Inter"/>
                <a:cs typeface="Inter"/>
                <a:sym typeface="Inter"/>
              </a:defRPr>
            </a:lvl1pPr>
            <a:lvl2pPr lvl="1">
              <a:spcBef>
                <a:spcPts val="0"/>
              </a:spcBef>
              <a:spcAft>
                <a:spcPts val="0"/>
              </a:spcAft>
              <a:buClr>
                <a:schemeClr val="lt1"/>
              </a:buClr>
              <a:buSzPts val="1000"/>
              <a:buFont typeface="Inter"/>
              <a:buChar char="○"/>
              <a:defRPr sz="1000">
                <a:latin typeface="Inter"/>
                <a:ea typeface="Inter"/>
                <a:cs typeface="Inter"/>
                <a:sym typeface="Inter"/>
              </a:defRPr>
            </a:lvl2pPr>
            <a:lvl3pPr lvl="2">
              <a:spcBef>
                <a:spcPts val="0"/>
              </a:spcBef>
              <a:spcAft>
                <a:spcPts val="0"/>
              </a:spcAft>
              <a:buClr>
                <a:schemeClr val="lt1"/>
              </a:buClr>
              <a:buSzPts val="1000"/>
              <a:buFont typeface="Inter"/>
              <a:buChar char="■"/>
              <a:defRPr sz="1000">
                <a:latin typeface="Inter"/>
                <a:ea typeface="Inter"/>
                <a:cs typeface="Inter"/>
                <a:sym typeface="Inter"/>
              </a:defRPr>
            </a:lvl3pPr>
            <a:lvl4pPr lvl="3">
              <a:spcBef>
                <a:spcPts val="0"/>
              </a:spcBef>
              <a:spcAft>
                <a:spcPts val="0"/>
              </a:spcAft>
              <a:buClr>
                <a:schemeClr val="lt1"/>
              </a:buClr>
              <a:buSzPts val="1000"/>
              <a:buFont typeface="Inter"/>
              <a:buChar char="●"/>
              <a:defRPr sz="1000">
                <a:latin typeface="Inter"/>
                <a:ea typeface="Inter"/>
                <a:cs typeface="Inter"/>
                <a:sym typeface="Inter"/>
              </a:defRPr>
            </a:lvl4pPr>
            <a:lvl5pPr lvl="4">
              <a:spcBef>
                <a:spcPts val="0"/>
              </a:spcBef>
              <a:spcAft>
                <a:spcPts val="0"/>
              </a:spcAft>
              <a:buClr>
                <a:schemeClr val="lt1"/>
              </a:buClr>
              <a:buSzPts val="1000"/>
              <a:buFont typeface="Inter"/>
              <a:buChar char="○"/>
              <a:defRPr sz="1000">
                <a:latin typeface="Inter"/>
                <a:ea typeface="Inter"/>
                <a:cs typeface="Inter"/>
                <a:sym typeface="Inter"/>
              </a:defRPr>
            </a:lvl5pPr>
            <a:lvl6pPr lvl="5">
              <a:spcBef>
                <a:spcPts val="0"/>
              </a:spcBef>
              <a:spcAft>
                <a:spcPts val="0"/>
              </a:spcAft>
              <a:buClr>
                <a:schemeClr val="lt1"/>
              </a:buClr>
              <a:buSzPts val="1000"/>
              <a:buFont typeface="Inter"/>
              <a:buChar char="■"/>
              <a:defRPr sz="1000">
                <a:latin typeface="Inter"/>
                <a:ea typeface="Inter"/>
                <a:cs typeface="Inter"/>
                <a:sym typeface="Inter"/>
              </a:defRPr>
            </a:lvl6pPr>
            <a:lvl7pPr lvl="6">
              <a:spcBef>
                <a:spcPts val="0"/>
              </a:spcBef>
              <a:spcAft>
                <a:spcPts val="0"/>
              </a:spcAft>
              <a:buClr>
                <a:schemeClr val="lt1"/>
              </a:buClr>
              <a:buSzPts val="1000"/>
              <a:buFont typeface="Inter"/>
              <a:buChar char="●"/>
              <a:defRPr sz="1000">
                <a:latin typeface="Inter"/>
                <a:ea typeface="Inter"/>
                <a:cs typeface="Inter"/>
                <a:sym typeface="Inter"/>
              </a:defRPr>
            </a:lvl7pPr>
            <a:lvl8pPr lvl="7">
              <a:spcBef>
                <a:spcPts val="0"/>
              </a:spcBef>
              <a:spcAft>
                <a:spcPts val="0"/>
              </a:spcAft>
              <a:buClr>
                <a:schemeClr val="lt1"/>
              </a:buClr>
              <a:buSzPts val="1000"/>
              <a:buFont typeface="Inter"/>
              <a:buChar char="○"/>
              <a:defRPr sz="1000">
                <a:latin typeface="Inter"/>
                <a:ea typeface="Inter"/>
                <a:cs typeface="Inter"/>
                <a:sym typeface="Inter"/>
              </a:defRPr>
            </a:lvl8pPr>
            <a:lvl9pPr lvl="8">
              <a:spcBef>
                <a:spcPts val="0"/>
              </a:spcBef>
              <a:spcAft>
                <a:spcPts val="0"/>
              </a:spcAft>
              <a:buClr>
                <a:schemeClr val="lt1"/>
              </a:buClr>
              <a:buSzPts val="1000"/>
              <a:buFont typeface="Inter"/>
              <a:buChar char="■"/>
              <a:defRPr sz="1000">
                <a:latin typeface="Inter"/>
                <a:ea typeface="Inter"/>
                <a:cs typeface="Inter"/>
                <a:sym typeface="Inter"/>
              </a:defRPr>
            </a:lvl9pPr>
          </a:lstStyle>
          <a:p/>
        </p:txBody>
      </p:sp>
      <p:sp>
        <p:nvSpPr>
          <p:cNvPr id="197" name="Google Shape;197;p10"/>
          <p:cNvSpPr txBox="1"/>
          <p:nvPr>
            <p:ph idx="18" type="title"/>
          </p:nvPr>
        </p:nvSpPr>
        <p:spPr>
          <a:xfrm>
            <a:off x="21841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8" name="Google Shape;198;p10"/>
          <p:cNvSpPr txBox="1"/>
          <p:nvPr>
            <p:ph idx="19" type="title"/>
          </p:nvPr>
        </p:nvSpPr>
        <p:spPr>
          <a:xfrm>
            <a:off x="522075" y="33755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199" name="Google Shape;199;p10"/>
          <p:cNvSpPr txBox="1"/>
          <p:nvPr>
            <p:ph idx="20" type="title"/>
          </p:nvPr>
        </p:nvSpPr>
        <p:spPr>
          <a:xfrm>
            <a:off x="21831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0" name="Google Shape;200;p10"/>
          <p:cNvSpPr txBox="1"/>
          <p:nvPr>
            <p:ph idx="21" type="title"/>
          </p:nvPr>
        </p:nvSpPr>
        <p:spPr>
          <a:xfrm>
            <a:off x="34292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1" name="Google Shape;201;p10"/>
          <p:cNvSpPr txBox="1"/>
          <p:nvPr>
            <p:ph idx="22" type="title"/>
          </p:nvPr>
        </p:nvSpPr>
        <p:spPr>
          <a:xfrm>
            <a:off x="522075" y="1474600"/>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2" name="Google Shape;202;p10"/>
          <p:cNvSpPr txBox="1"/>
          <p:nvPr>
            <p:ph idx="23" type="title"/>
          </p:nvPr>
        </p:nvSpPr>
        <p:spPr>
          <a:xfrm>
            <a:off x="522075" y="210856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3" name="Google Shape;203;p10"/>
          <p:cNvSpPr txBox="1"/>
          <p:nvPr>
            <p:ph idx="24" type="title"/>
          </p:nvPr>
        </p:nvSpPr>
        <p:spPr>
          <a:xfrm>
            <a:off x="522075" y="27404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4" name="Google Shape;204;p10"/>
          <p:cNvSpPr txBox="1"/>
          <p:nvPr>
            <p:ph idx="25" type="title"/>
          </p:nvPr>
        </p:nvSpPr>
        <p:spPr>
          <a:xfrm>
            <a:off x="522075" y="4005674"/>
            <a:ext cx="1661100" cy="6093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5" name="Google Shape;205;p10"/>
          <p:cNvSpPr txBox="1"/>
          <p:nvPr>
            <p:ph idx="26" type="title"/>
          </p:nvPr>
        </p:nvSpPr>
        <p:spPr>
          <a:xfrm>
            <a:off x="5731300" y="147500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6" name="Google Shape;206;p10"/>
          <p:cNvSpPr txBox="1"/>
          <p:nvPr>
            <p:ph idx="27" type="title"/>
          </p:nvPr>
        </p:nvSpPr>
        <p:spPr>
          <a:xfrm>
            <a:off x="5731300" y="2107788"/>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7" name="Google Shape;207;p10"/>
          <p:cNvSpPr txBox="1"/>
          <p:nvPr>
            <p:ph idx="28" type="title"/>
          </p:nvPr>
        </p:nvSpPr>
        <p:spPr>
          <a:xfrm>
            <a:off x="5731300" y="274115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8" name="Google Shape;208;p10"/>
          <p:cNvSpPr txBox="1"/>
          <p:nvPr>
            <p:ph idx="29" type="title"/>
          </p:nvPr>
        </p:nvSpPr>
        <p:spPr>
          <a:xfrm>
            <a:off x="5731300" y="4011450"/>
            <a:ext cx="2891400" cy="603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9" name="Google Shape;209;p1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10" name="Google Shape;210;p10"/>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11" name="Google Shape;211;p10"/>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212" name="Google Shape;212;p10"/>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13" name="Google Shape;213;p10"/>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14" name="Google Shape;214;p10"/>
          <p:cNvSpPr txBox="1"/>
          <p:nvPr>
            <p:ph idx="32" type="title"/>
          </p:nvPr>
        </p:nvSpPr>
        <p:spPr>
          <a:xfrm>
            <a:off x="5731300" y="3374175"/>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5" name="Google Shape;215;p10"/>
          <p:cNvSpPr txBox="1"/>
          <p:nvPr>
            <p:ph idx="33"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1">
  <p:cSld name="BLANK_1_1_1_1_1_1_1_1_1_1">
    <p:bg>
      <p:bgPr>
        <a:solidFill>
          <a:schemeClr val="lt2"/>
        </a:solidFill>
      </p:bgPr>
    </p:bg>
    <p:spTree>
      <p:nvGrpSpPr>
        <p:cNvPr id="216" name="Shape 216"/>
        <p:cNvGrpSpPr/>
        <p:nvPr/>
      </p:nvGrpSpPr>
      <p:grpSpPr>
        <a:xfrm>
          <a:off x="0" y="0"/>
          <a:ext cx="0" cy="0"/>
          <a:chOff x="0" y="0"/>
          <a:chExt cx="0" cy="0"/>
        </a:xfrm>
      </p:grpSpPr>
      <p:sp>
        <p:nvSpPr>
          <p:cNvPr id="217" name="Google Shape;217;p11"/>
          <p:cNvSpPr txBox="1"/>
          <p:nvPr>
            <p:ph type="title"/>
          </p:nvPr>
        </p:nvSpPr>
        <p:spPr>
          <a:xfrm>
            <a:off x="521250" y="841675"/>
            <a:ext cx="1923300" cy="3842100"/>
          </a:xfrm>
          <a:prstGeom prst="rect">
            <a:avLst/>
          </a:prstGeom>
        </p:spPr>
        <p:txBody>
          <a:bodyPr anchorCtr="0" anchor="t" bIns="91425" lIns="274300" spcFirstLastPara="1" rIns="182875" wrap="square" tIns="18287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8" name="Google Shape;218;p11"/>
          <p:cNvSpPr txBox="1"/>
          <p:nvPr>
            <p:ph idx="2" type="title"/>
          </p:nvPr>
        </p:nvSpPr>
        <p:spPr>
          <a:xfrm>
            <a:off x="24451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9" name="Google Shape;219;p11"/>
          <p:cNvSpPr txBox="1"/>
          <p:nvPr>
            <p:ph idx="3" type="title"/>
          </p:nvPr>
        </p:nvSpPr>
        <p:spPr>
          <a:xfrm>
            <a:off x="467860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20" name="Google Shape;220;p11"/>
          <p:cNvSpPr txBox="1"/>
          <p:nvPr>
            <p:ph idx="4" type="title"/>
          </p:nvPr>
        </p:nvSpPr>
        <p:spPr>
          <a:xfrm>
            <a:off x="69120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21" name="Google Shape;221;p11"/>
          <p:cNvSpPr txBox="1"/>
          <p:nvPr>
            <p:ph idx="1" type="body"/>
          </p:nvPr>
        </p:nvSpPr>
        <p:spPr>
          <a:xfrm>
            <a:off x="244490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2" name="Google Shape;222;p11"/>
          <p:cNvSpPr txBox="1"/>
          <p:nvPr>
            <p:ph idx="5" type="body"/>
          </p:nvPr>
        </p:nvSpPr>
        <p:spPr>
          <a:xfrm>
            <a:off x="691325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3" name="Google Shape;223;p11"/>
          <p:cNvSpPr txBox="1"/>
          <p:nvPr>
            <p:ph idx="6" type="title"/>
          </p:nvPr>
        </p:nvSpPr>
        <p:spPr>
          <a:xfrm>
            <a:off x="75834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4" name="Google Shape;224;p11"/>
          <p:cNvSpPr txBox="1"/>
          <p:nvPr>
            <p:ph idx="7" type="subTitle"/>
          </p:nvPr>
        </p:nvSpPr>
        <p:spPr>
          <a:xfrm>
            <a:off x="69122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5" name="Google Shape;225;p11"/>
          <p:cNvSpPr txBox="1"/>
          <p:nvPr>
            <p:ph idx="8" type="subTitle"/>
          </p:nvPr>
        </p:nvSpPr>
        <p:spPr>
          <a:xfrm>
            <a:off x="69122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6" name="Google Shape;226;p11"/>
          <p:cNvSpPr txBox="1"/>
          <p:nvPr>
            <p:ph idx="9" type="subTitle"/>
          </p:nvPr>
        </p:nvSpPr>
        <p:spPr>
          <a:xfrm>
            <a:off x="69122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7" name="Google Shape;227;p11"/>
          <p:cNvSpPr txBox="1"/>
          <p:nvPr>
            <p:ph idx="13" type="title"/>
          </p:nvPr>
        </p:nvSpPr>
        <p:spPr>
          <a:xfrm>
            <a:off x="75834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8" name="Google Shape;228;p11"/>
          <p:cNvSpPr txBox="1"/>
          <p:nvPr>
            <p:ph idx="14" type="title"/>
          </p:nvPr>
        </p:nvSpPr>
        <p:spPr>
          <a:xfrm>
            <a:off x="75834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9" name="Google Shape;229;p11"/>
          <p:cNvSpPr txBox="1"/>
          <p:nvPr>
            <p:ph idx="15" type="title"/>
          </p:nvPr>
        </p:nvSpPr>
        <p:spPr>
          <a:xfrm>
            <a:off x="85350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0" name="Google Shape;230;p11"/>
          <p:cNvSpPr txBox="1"/>
          <p:nvPr>
            <p:ph idx="16" type="title"/>
          </p:nvPr>
        </p:nvSpPr>
        <p:spPr>
          <a:xfrm>
            <a:off x="85350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1" name="Google Shape;231;p11"/>
          <p:cNvSpPr txBox="1"/>
          <p:nvPr>
            <p:ph idx="17" type="title"/>
          </p:nvPr>
        </p:nvSpPr>
        <p:spPr>
          <a:xfrm>
            <a:off x="85350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2" name="Google Shape;232;p11"/>
          <p:cNvSpPr txBox="1"/>
          <p:nvPr>
            <p:ph idx="18" type="title"/>
          </p:nvPr>
        </p:nvSpPr>
        <p:spPr>
          <a:xfrm>
            <a:off x="53499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3" name="Google Shape;233;p11"/>
          <p:cNvSpPr txBox="1"/>
          <p:nvPr>
            <p:ph idx="19" type="subTitle"/>
          </p:nvPr>
        </p:nvSpPr>
        <p:spPr>
          <a:xfrm>
            <a:off x="46787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4" name="Google Shape;234;p11"/>
          <p:cNvSpPr txBox="1"/>
          <p:nvPr>
            <p:ph idx="20" type="subTitle"/>
          </p:nvPr>
        </p:nvSpPr>
        <p:spPr>
          <a:xfrm>
            <a:off x="46787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5" name="Google Shape;235;p11"/>
          <p:cNvSpPr txBox="1"/>
          <p:nvPr>
            <p:ph idx="21" type="subTitle"/>
          </p:nvPr>
        </p:nvSpPr>
        <p:spPr>
          <a:xfrm>
            <a:off x="46787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6" name="Google Shape;236;p11"/>
          <p:cNvSpPr txBox="1"/>
          <p:nvPr>
            <p:ph idx="22" type="title"/>
          </p:nvPr>
        </p:nvSpPr>
        <p:spPr>
          <a:xfrm>
            <a:off x="53499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7" name="Google Shape;237;p11"/>
          <p:cNvSpPr txBox="1"/>
          <p:nvPr>
            <p:ph idx="23" type="title"/>
          </p:nvPr>
        </p:nvSpPr>
        <p:spPr>
          <a:xfrm>
            <a:off x="53499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8" name="Google Shape;238;p11"/>
          <p:cNvSpPr txBox="1"/>
          <p:nvPr>
            <p:ph idx="24" type="title"/>
          </p:nvPr>
        </p:nvSpPr>
        <p:spPr>
          <a:xfrm>
            <a:off x="3112275"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39" name="Google Shape;239;p11"/>
          <p:cNvSpPr txBox="1"/>
          <p:nvPr>
            <p:ph idx="25" type="subTitle"/>
          </p:nvPr>
        </p:nvSpPr>
        <p:spPr>
          <a:xfrm>
            <a:off x="2441100"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0" name="Google Shape;240;p11"/>
          <p:cNvSpPr txBox="1"/>
          <p:nvPr>
            <p:ph idx="26" type="subTitle"/>
          </p:nvPr>
        </p:nvSpPr>
        <p:spPr>
          <a:xfrm>
            <a:off x="2441100"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1" name="Google Shape;241;p11"/>
          <p:cNvSpPr txBox="1"/>
          <p:nvPr>
            <p:ph idx="27" type="subTitle"/>
          </p:nvPr>
        </p:nvSpPr>
        <p:spPr>
          <a:xfrm>
            <a:off x="2441100"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2" name="Google Shape;242;p11"/>
          <p:cNvSpPr txBox="1"/>
          <p:nvPr>
            <p:ph idx="28" type="title"/>
          </p:nvPr>
        </p:nvSpPr>
        <p:spPr>
          <a:xfrm>
            <a:off x="3112275"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43" name="Google Shape;243;p11"/>
          <p:cNvSpPr txBox="1"/>
          <p:nvPr/>
        </p:nvSpPr>
        <p:spPr>
          <a:xfrm>
            <a:off x="5762125" y="3346325"/>
            <a:ext cx="611100" cy="335100"/>
          </a:xfrm>
          <a:prstGeom prst="rect">
            <a:avLst/>
          </a:prstGeom>
          <a:noFill/>
          <a:ln>
            <a:noFill/>
          </a:ln>
        </p:spPr>
        <p:txBody>
          <a:bodyPr anchorCtr="0" anchor="ctr" bIns="91425" lIns="91425" spcFirstLastPara="1" rIns="18287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en" sz="1000">
                <a:solidFill>
                  <a:schemeClr val="lt2"/>
                </a:solidFill>
                <a:latin typeface="Inter Medium"/>
                <a:ea typeface="Inter Medium"/>
                <a:cs typeface="Inter Medium"/>
                <a:sym typeface="Inter Medium"/>
              </a:rPr>
              <a:t>00%</a:t>
            </a:r>
            <a:endParaRPr sz="1000">
              <a:solidFill>
                <a:schemeClr val="lt2"/>
              </a:solidFill>
              <a:latin typeface="Inter Medium"/>
              <a:ea typeface="Inter Medium"/>
              <a:cs typeface="Inter Medium"/>
              <a:sym typeface="Inter Medium"/>
            </a:endParaRPr>
          </a:p>
        </p:txBody>
      </p:sp>
      <p:sp>
        <p:nvSpPr>
          <p:cNvPr id="244" name="Google Shape;244;p11"/>
          <p:cNvSpPr txBox="1"/>
          <p:nvPr>
            <p:ph idx="2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45" name="Google Shape;245;p11"/>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46" name="Google Shape;246;p11"/>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247" name="Google Shape;247;p1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48" name="Google Shape;248;p1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49" name="Google Shape;249;p11"/>
          <p:cNvSpPr txBox="1"/>
          <p:nvPr>
            <p:ph idx="32"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250" name="Google Shape;250;p11"/>
          <p:cNvSpPr txBox="1"/>
          <p:nvPr>
            <p:ph idx="33" type="title"/>
          </p:nvPr>
        </p:nvSpPr>
        <p:spPr>
          <a:xfrm>
            <a:off x="3112275"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51" name="Google Shape;251;p11"/>
          <p:cNvSpPr txBox="1"/>
          <p:nvPr>
            <p:ph idx="34" type="title"/>
          </p:nvPr>
        </p:nvSpPr>
        <p:spPr>
          <a:xfrm>
            <a:off x="4067600"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2" name="Google Shape;252;p11"/>
          <p:cNvSpPr txBox="1"/>
          <p:nvPr>
            <p:ph idx="35" type="title"/>
          </p:nvPr>
        </p:nvSpPr>
        <p:spPr>
          <a:xfrm>
            <a:off x="4067600"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3" name="Google Shape;253;p11"/>
          <p:cNvSpPr txBox="1"/>
          <p:nvPr>
            <p:ph idx="36" type="title"/>
          </p:nvPr>
        </p:nvSpPr>
        <p:spPr>
          <a:xfrm>
            <a:off x="4067600"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4" name="Google Shape;254;p11"/>
          <p:cNvSpPr txBox="1"/>
          <p:nvPr>
            <p:ph idx="37" type="title"/>
          </p:nvPr>
        </p:nvSpPr>
        <p:spPr>
          <a:xfrm>
            <a:off x="63015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5" name="Google Shape;255;p11"/>
          <p:cNvSpPr txBox="1"/>
          <p:nvPr>
            <p:ph idx="38" type="title"/>
          </p:nvPr>
        </p:nvSpPr>
        <p:spPr>
          <a:xfrm>
            <a:off x="63015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6" name="Google Shape;256;p11"/>
          <p:cNvSpPr txBox="1"/>
          <p:nvPr>
            <p:ph idx="39" type="title"/>
          </p:nvPr>
        </p:nvSpPr>
        <p:spPr>
          <a:xfrm>
            <a:off x="63015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tatus">
  <p:cSld name="BLANK_1_1_1_1_1_1_1_2_2">
    <p:bg>
      <p:bgPr>
        <a:solidFill>
          <a:schemeClr val="dk2"/>
        </a:solidFill>
      </p:bgPr>
    </p:bg>
    <p:spTree>
      <p:nvGrpSpPr>
        <p:cNvPr id="257" name="Shape 257"/>
        <p:cNvGrpSpPr/>
        <p:nvPr/>
      </p:nvGrpSpPr>
      <p:grpSpPr>
        <a:xfrm>
          <a:off x="0" y="0"/>
          <a:ext cx="0" cy="0"/>
          <a:chOff x="0" y="0"/>
          <a:chExt cx="0" cy="0"/>
        </a:xfrm>
      </p:grpSpPr>
      <p:sp>
        <p:nvSpPr>
          <p:cNvPr id="258" name="Google Shape;258;p1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59" name="Google Shape;259;p12"/>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260" name="Google Shape;260;p12"/>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61" name="Google Shape;261;p12"/>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62" name="Google Shape;262;p12"/>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63" name="Google Shape;263;p1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64" name="Google Shape;264;p12"/>
          <p:cNvSpPr txBox="1"/>
          <p:nvPr>
            <p:ph idx="4" type="subTitle"/>
          </p:nvPr>
        </p:nvSpPr>
        <p:spPr>
          <a:xfrm>
            <a:off x="13035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65" name="Google Shape;265;p12"/>
          <p:cNvSpPr txBox="1"/>
          <p:nvPr>
            <p:ph idx="5" type="subTitle"/>
          </p:nvPr>
        </p:nvSpPr>
        <p:spPr>
          <a:xfrm>
            <a:off x="52234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66" name="Google Shape;266;p12"/>
          <p:cNvSpPr txBox="1"/>
          <p:nvPr>
            <p:ph idx="6" type="subTitle"/>
          </p:nvPr>
        </p:nvSpPr>
        <p:spPr>
          <a:xfrm>
            <a:off x="1285875" y="335560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67" name="Google Shape;267;p12"/>
          <p:cNvSpPr txBox="1"/>
          <p:nvPr>
            <p:ph idx="7"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268" name="Google Shape;268;p12"/>
          <p:cNvSpPr txBox="1"/>
          <p:nvPr>
            <p:ph idx="8" type="subTitle"/>
          </p:nvPr>
        </p:nvSpPr>
        <p:spPr>
          <a:xfrm>
            <a:off x="1285875" y="369023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69" name="Google Shape;269;p12"/>
          <p:cNvSpPr txBox="1"/>
          <p:nvPr>
            <p:ph idx="9" type="subTitle"/>
          </p:nvPr>
        </p:nvSpPr>
        <p:spPr>
          <a:xfrm>
            <a:off x="1285875" y="402938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70" name="Google Shape;270;p12"/>
          <p:cNvSpPr txBox="1"/>
          <p:nvPr>
            <p:ph idx="13" type="subTitle"/>
          </p:nvPr>
        </p:nvSpPr>
        <p:spPr>
          <a:xfrm>
            <a:off x="1285875" y="436855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71" name="Google Shape;271;p12"/>
          <p:cNvSpPr txBox="1"/>
          <p:nvPr>
            <p:ph idx="14" type="subTitle"/>
          </p:nvPr>
        </p:nvSpPr>
        <p:spPr>
          <a:xfrm>
            <a:off x="341575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2" name="Google Shape;272;p12"/>
          <p:cNvSpPr txBox="1"/>
          <p:nvPr>
            <p:ph idx="15" type="subTitle"/>
          </p:nvPr>
        </p:nvSpPr>
        <p:spPr>
          <a:xfrm>
            <a:off x="341575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3" name="Google Shape;273;p12"/>
          <p:cNvSpPr txBox="1"/>
          <p:nvPr>
            <p:ph idx="16" type="subTitle"/>
          </p:nvPr>
        </p:nvSpPr>
        <p:spPr>
          <a:xfrm>
            <a:off x="341575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4" name="Google Shape;274;p12"/>
          <p:cNvSpPr txBox="1"/>
          <p:nvPr>
            <p:ph idx="17" type="subTitle"/>
          </p:nvPr>
        </p:nvSpPr>
        <p:spPr>
          <a:xfrm>
            <a:off x="341575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5" name="Google Shape;275;p12"/>
          <p:cNvSpPr txBox="1"/>
          <p:nvPr>
            <p:ph idx="18" type="subTitle"/>
          </p:nvPr>
        </p:nvSpPr>
        <p:spPr>
          <a:xfrm>
            <a:off x="738300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6" name="Google Shape;276;p12"/>
          <p:cNvSpPr txBox="1"/>
          <p:nvPr>
            <p:ph idx="19" type="subTitle"/>
          </p:nvPr>
        </p:nvSpPr>
        <p:spPr>
          <a:xfrm>
            <a:off x="738300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7" name="Google Shape;277;p12"/>
          <p:cNvSpPr txBox="1"/>
          <p:nvPr>
            <p:ph idx="20" type="subTitle"/>
          </p:nvPr>
        </p:nvSpPr>
        <p:spPr>
          <a:xfrm>
            <a:off x="738300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8" name="Google Shape;278;p12"/>
          <p:cNvSpPr txBox="1"/>
          <p:nvPr>
            <p:ph idx="21" type="subTitle"/>
          </p:nvPr>
        </p:nvSpPr>
        <p:spPr>
          <a:xfrm>
            <a:off x="738300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9" name="Google Shape;279;p12"/>
          <p:cNvSpPr txBox="1"/>
          <p:nvPr>
            <p:ph idx="22" type="subTitle"/>
          </p:nvPr>
        </p:nvSpPr>
        <p:spPr>
          <a:xfrm>
            <a:off x="5223450" y="335357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0" name="Google Shape;280;p12"/>
          <p:cNvSpPr txBox="1"/>
          <p:nvPr>
            <p:ph idx="23" type="subTitle"/>
          </p:nvPr>
        </p:nvSpPr>
        <p:spPr>
          <a:xfrm>
            <a:off x="5223450" y="368821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1" name="Google Shape;281;p12"/>
          <p:cNvSpPr txBox="1"/>
          <p:nvPr>
            <p:ph idx="24" type="subTitle"/>
          </p:nvPr>
        </p:nvSpPr>
        <p:spPr>
          <a:xfrm>
            <a:off x="5223450" y="402736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2" name="Google Shape;282;p12"/>
          <p:cNvSpPr txBox="1"/>
          <p:nvPr>
            <p:ph idx="25" type="subTitle"/>
          </p:nvPr>
        </p:nvSpPr>
        <p:spPr>
          <a:xfrm>
            <a:off x="5223450" y="436652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3" name="Google Shape;283;p12"/>
          <p:cNvSpPr txBox="1"/>
          <p:nvPr>
            <p:ph idx="26" type="body"/>
          </p:nvPr>
        </p:nvSpPr>
        <p:spPr>
          <a:xfrm>
            <a:off x="1285875"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
        <p:nvSpPr>
          <p:cNvPr id="284" name="Google Shape;284;p12"/>
          <p:cNvSpPr txBox="1"/>
          <p:nvPr>
            <p:ph idx="27" type="body"/>
          </p:nvPr>
        </p:nvSpPr>
        <p:spPr>
          <a:xfrm>
            <a:off x="5223450"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Tree>
  </p:cSld>
  <p:clrMapOvr>
    <a:masterClrMapping/>
  </p:clrMapOvr>
  <p:extLst>
    <p:ext uri="{DCECCB84-F9BA-43D5-87BE-67443E8EF086}">
      <p15:sldGuideLst>
        <p15:guide id="1" pos="821">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deadline">
  <p:cSld name="BLANK_1_1_1_1_1_1_1_2">
    <p:bg>
      <p:bgPr>
        <a:solidFill>
          <a:schemeClr val="lt2"/>
        </a:solidFill>
      </p:bgPr>
    </p:bg>
    <p:spTree>
      <p:nvGrpSpPr>
        <p:cNvPr id="285" name="Shape 285"/>
        <p:cNvGrpSpPr/>
        <p:nvPr/>
      </p:nvGrpSpPr>
      <p:grpSpPr>
        <a:xfrm>
          <a:off x="0" y="0"/>
          <a:ext cx="0" cy="0"/>
          <a:chOff x="0" y="0"/>
          <a:chExt cx="0" cy="0"/>
        </a:xfrm>
      </p:grpSpPr>
      <p:sp>
        <p:nvSpPr>
          <p:cNvPr id="286" name="Google Shape;286;p13"/>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87" name="Google Shape;287;p13"/>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cxnSp>
        <p:nvCxnSpPr>
          <p:cNvPr id="288" name="Google Shape;288;p1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89" name="Google Shape;289;p1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90" name="Google Shape;290;p13"/>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91" name="Google Shape;291;p1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292" name="Google Shape;292;p13"/>
          <p:cNvSpPr txBox="1"/>
          <p:nvPr>
            <p:ph idx="4" type="body"/>
          </p:nvPr>
        </p:nvSpPr>
        <p:spPr>
          <a:xfrm>
            <a:off x="1285875" y="1558900"/>
            <a:ext cx="2803800" cy="2499000"/>
          </a:xfrm>
          <a:prstGeom prst="rect">
            <a:avLst/>
          </a:prstGeom>
        </p:spPr>
        <p:txBody>
          <a:bodyPr anchorCtr="0" anchor="t" bIns="91425"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293" name="Google Shape;293;p13"/>
          <p:cNvSpPr txBox="1"/>
          <p:nvPr>
            <p:ph idx="5" type="subTitle"/>
          </p:nvPr>
        </p:nvSpPr>
        <p:spPr>
          <a:xfrm>
            <a:off x="5196350" y="1462025"/>
            <a:ext cx="2307600" cy="202500"/>
          </a:xfrm>
          <a:prstGeom prst="rect">
            <a:avLst/>
          </a:prstGeom>
        </p:spPr>
        <p:txBody>
          <a:bodyPr anchorCtr="0" anchor="t" bIns="0" lIns="0" spcFirstLastPara="1" rIns="0" wrap="square" tIns="0">
            <a:sp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1200"/>
              <a:buNone/>
              <a:defRPr>
                <a:solidFill>
                  <a:schemeClr val="accent1"/>
                </a:solidFill>
              </a:defRPr>
            </a:lvl2pPr>
            <a:lvl3pPr lvl="2">
              <a:spcBef>
                <a:spcPts val="800"/>
              </a:spcBef>
              <a:spcAft>
                <a:spcPts val="0"/>
              </a:spcAft>
              <a:buClr>
                <a:schemeClr val="accent1"/>
              </a:buClr>
              <a:buSzPts val="1200"/>
              <a:buNone/>
              <a:defRPr>
                <a:solidFill>
                  <a:schemeClr val="accent1"/>
                </a:solidFill>
              </a:defRPr>
            </a:lvl3pPr>
            <a:lvl4pPr lvl="3">
              <a:spcBef>
                <a:spcPts val="800"/>
              </a:spcBef>
              <a:spcAft>
                <a:spcPts val="0"/>
              </a:spcAft>
              <a:buClr>
                <a:schemeClr val="accent1"/>
              </a:buClr>
              <a:buSzPts val="1200"/>
              <a:buNone/>
              <a:defRPr>
                <a:solidFill>
                  <a:schemeClr val="accent1"/>
                </a:solidFill>
              </a:defRPr>
            </a:lvl4pPr>
            <a:lvl5pPr lvl="4">
              <a:spcBef>
                <a:spcPts val="800"/>
              </a:spcBef>
              <a:spcAft>
                <a:spcPts val="0"/>
              </a:spcAft>
              <a:buClr>
                <a:schemeClr val="accent1"/>
              </a:buClr>
              <a:buSzPts val="1200"/>
              <a:buNone/>
              <a:defRPr>
                <a:solidFill>
                  <a:schemeClr val="accent1"/>
                </a:solidFill>
              </a:defRPr>
            </a:lvl5pPr>
            <a:lvl6pPr lvl="5">
              <a:spcBef>
                <a:spcPts val="800"/>
              </a:spcBef>
              <a:spcAft>
                <a:spcPts val="0"/>
              </a:spcAft>
              <a:buClr>
                <a:schemeClr val="accent1"/>
              </a:buClr>
              <a:buSzPts val="1200"/>
              <a:buNone/>
              <a:defRPr>
                <a:solidFill>
                  <a:schemeClr val="accent1"/>
                </a:solidFill>
              </a:defRPr>
            </a:lvl6pPr>
            <a:lvl7pPr lvl="6">
              <a:spcBef>
                <a:spcPts val="800"/>
              </a:spcBef>
              <a:spcAft>
                <a:spcPts val="0"/>
              </a:spcAft>
              <a:buClr>
                <a:schemeClr val="accent1"/>
              </a:buClr>
              <a:buSzPts val="1200"/>
              <a:buNone/>
              <a:defRPr>
                <a:solidFill>
                  <a:schemeClr val="accent1"/>
                </a:solidFill>
              </a:defRPr>
            </a:lvl7pPr>
            <a:lvl8pPr lvl="7">
              <a:spcBef>
                <a:spcPts val="800"/>
              </a:spcBef>
              <a:spcAft>
                <a:spcPts val="0"/>
              </a:spcAft>
              <a:buClr>
                <a:schemeClr val="accent1"/>
              </a:buClr>
              <a:buSzPts val="1200"/>
              <a:buNone/>
              <a:defRPr>
                <a:solidFill>
                  <a:schemeClr val="accent1"/>
                </a:solidFill>
              </a:defRPr>
            </a:lvl8pPr>
            <a:lvl9pPr lvl="8">
              <a:spcBef>
                <a:spcPts val="800"/>
              </a:spcBef>
              <a:spcAft>
                <a:spcPts val="800"/>
              </a:spcAft>
              <a:buClr>
                <a:schemeClr val="accent1"/>
              </a:buClr>
              <a:buSzPts val="1200"/>
              <a:buNone/>
              <a:defRPr>
                <a:solidFill>
                  <a:schemeClr val="accent1"/>
                </a:solidFill>
              </a:defRPr>
            </a:lvl9pPr>
          </a:lstStyle>
          <a:p/>
        </p:txBody>
      </p:sp>
      <p:sp>
        <p:nvSpPr>
          <p:cNvPr id="294" name="Google Shape;294;p13"/>
          <p:cNvSpPr txBox="1"/>
          <p:nvPr>
            <p:ph idx="6" type="subTitle"/>
          </p:nvPr>
        </p:nvSpPr>
        <p:spPr>
          <a:xfrm>
            <a:off x="5196350" y="1991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5" name="Google Shape;295;p13"/>
          <p:cNvSpPr txBox="1"/>
          <p:nvPr>
            <p:ph idx="7" type="subTitle"/>
          </p:nvPr>
        </p:nvSpPr>
        <p:spPr>
          <a:xfrm>
            <a:off x="5196350" y="2700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6" name="Google Shape;296;p13"/>
          <p:cNvSpPr txBox="1"/>
          <p:nvPr>
            <p:ph idx="8" type="subTitle"/>
          </p:nvPr>
        </p:nvSpPr>
        <p:spPr>
          <a:xfrm>
            <a:off x="5196350" y="352022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7" name="Google Shape;297;p13"/>
          <p:cNvSpPr txBox="1"/>
          <p:nvPr>
            <p:ph idx="9" type="subTitle"/>
          </p:nvPr>
        </p:nvSpPr>
        <p:spPr>
          <a:xfrm>
            <a:off x="5196350" y="42640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8" name="Google Shape;298;p13"/>
          <p:cNvSpPr txBox="1"/>
          <p:nvPr>
            <p:ph idx="13" type="body"/>
          </p:nvPr>
        </p:nvSpPr>
        <p:spPr>
          <a:xfrm>
            <a:off x="6165050" y="18458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9" name="Google Shape;299;p13"/>
          <p:cNvSpPr txBox="1"/>
          <p:nvPr>
            <p:ph idx="14" type="body"/>
          </p:nvPr>
        </p:nvSpPr>
        <p:spPr>
          <a:xfrm>
            <a:off x="6165050" y="26310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0" name="Google Shape;300;p13"/>
          <p:cNvSpPr txBox="1"/>
          <p:nvPr>
            <p:ph idx="15" type="body"/>
          </p:nvPr>
        </p:nvSpPr>
        <p:spPr>
          <a:xfrm>
            <a:off x="6165050" y="337487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1" name="Google Shape;301;p13"/>
          <p:cNvSpPr txBox="1"/>
          <p:nvPr>
            <p:ph idx="16" type="body"/>
          </p:nvPr>
        </p:nvSpPr>
        <p:spPr>
          <a:xfrm>
            <a:off x="6165050" y="41187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2" name="Google Shape;302;p13"/>
          <p:cNvSpPr txBox="1"/>
          <p:nvPr>
            <p:ph idx="17" type="subTitle"/>
          </p:nvPr>
        </p:nvSpPr>
        <p:spPr>
          <a:xfrm>
            <a:off x="1356350" y="4384150"/>
            <a:ext cx="2413200" cy="202500"/>
          </a:xfrm>
          <a:prstGeom prst="rect">
            <a:avLst/>
          </a:prstGeom>
        </p:spPr>
        <p:txBody>
          <a:bodyPr anchorCtr="0" anchor="t" bIns="91425" lIns="0" spcFirstLastPara="1" rIns="91425" wrap="square" tIns="0">
            <a:spAutoFit/>
          </a:bodyPr>
          <a:lstStyle>
            <a:lvl1pPr lvl="0">
              <a:spcBef>
                <a:spcPts val="0"/>
              </a:spcBef>
              <a:spcAft>
                <a:spcPts val="0"/>
              </a:spcAft>
              <a:buClr>
                <a:schemeClr val="accent1"/>
              </a:buClr>
              <a:buSzPts val="1000"/>
              <a:buFont typeface="Inter Medium"/>
              <a:buNone/>
              <a:defRPr i="1" sz="10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303" name="Google Shape;303;p13"/>
          <p:cNvSpPr txBox="1"/>
          <p:nvPr>
            <p:ph idx="18" type="subTitle"/>
          </p:nvPr>
        </p:nvSpPr>
        <p:spPr>
          <a:xfrm>
            <a:off x="1042428" y="338324"/>
            <a:ext cx="5186400" cy="329100"/>
          </a:xfrm>
          <a:prstGeom prst="rect">
            <a:avLst/>
          </a:prstGeom>
        </p:spPr>
        <p:txBody>
          <a:bodyPr anchorCtr="0" anchor="ctr" bIns="0" lIns="274300" spcFirstLastPara="1" rIns="91425" wrap="square" tIns="91425">
            <a:noAutofit/>
          </a:bodyPr>
          <a:lstStyle>
            <a:lvl1pPr lvl="0">
              <a:lnSpc>
                <a:spcPct val="100000"/>
              </a:lnSpc>
              <a:spcBef>
                <a:spcPts val="0"/>
              </a:spcBef>
              <a:spcAft>
                <a:spcPts val="0"/>
              </a:spcAft>
              <a:buClr>
                <a:schemeClr val="accent1"/>
              </a:buClr>
              <a:buSzPts val="1000"/>
              <a:buFont typeface="Inter Medium"/>
              <a:buNone/>
              <a:defRPr sz="1000">
                <a:solidFill>
                  <a:schemeClr val="accent1"/>
                </a:solidFill>
                <a:latin typeface="Inter Medium"/>
                <a:ea typeface="Inter Medium"/>
                <a:cs typeface="Inter Medium"/>
                <a:sym typeface="Inter Medium"/>
              </a:defRPr>
            </a:lvl1pPr>
            <a:lvl2pPr lvl="1">
              <a:lnSpc>
                <a:spcPct val="100000"/>
              </a:lnSpc>
              <a:spcBef>
                <a:spcPts val="800"/>
              </a:spcBef>
              <a:spcAft>
                <a:spcPts val="0"/>
              </a:spcAft>
              <a:buSzPts val="1000"/>
              <a:buNone/>
              <a:defRPr sz="1000"/>
            </a:lvl2pPr>
            <a:lvl3pPr lvl="2">
              <a:lnSpc>
                <a:spcPct val="100000"/>
              </a:lnSpc>
              <a:spcBef>
                <a:spcPts val="800"/>
              </a:spcBef>
              <a:spcAft>
                <a:spcPts val="0"/>
              </a:spcAft>
              <a:buSzPts val="1000"/>
              <a:buNone/>
              <a:defRPr sz="1000"/>
            </a:lvl3pPr>
            <a:lvl4pPr lvl="3">
              <a:lnSpc>
                <a:spcPct val="100000"/>
              </a:lnSpc>
              <a:spcBef>
                <a:spcPts val="800"/>
              </a:spcBef>
              <a:spcAft>
                <a:spcPts val="0"/>
              </a:spcAft>
              <a:buSzPts val="1000"/>
              <a:buNone/>
              <a:defRPr sz="1000"/>
            </a:lvl4pPr>
            <a:lvl5pPr lvl="4">
              <a:lnSpc>
                <a:spcPct val="100000"/>
              </a:lnSpc>
              <a:spcBef>
                <a:spcPts val="800"/>
              </a:spcBef>
              <a:spcAft>
                <a:spcPts val="0"/>
              </a:spcAft>
              <a:buSzPts val="1000"/>
              <a:buNone/>
              <a:defRPr sz="1000"/>
            </a:lvl5pPr>
            <a:lvl6pPr lvl="5">
              <a:lnSpc>
                <a:spcPct val="100000"/>
              </a:lnSpc>
              <a:spcBef>
                <a:spcPts val="800"/>
              </a:spcBef>
              <a:spcAft>
                <a:spcPts val="0"/>
              </a:spcAft>
              <a:buSzPts val="1000"/>
              <a:buNone/>
              <a:defRPr sz="1000"/>
            </a:lvl6pPr>
            <a:lvl7pPr lvl="6">
              <a:lnSpc>
                <a:spcPct val="100000"/>
              </a:lnSpc>
              <a:spcBef>
                <a:spcPts val="800"/>
              </a:spcBef>
              <a:spcAft>
                <a:spcPts val="0"/>
              </a:spcAft>
              <a:buSzPts val="1000"/>
              <a:buNone/>
              <a:defRPr sz="1000"/>
            </a:lvl7pPr>
            <a:lvl8pPr lvl="7">
              <a:lnSpc>
                <a:spcPct val="100000"/>
              </a:lnSpc>
              <a:spcBef>
                <a:spcPts val="800"/>
              </a:spcBef>
              <a:spcAft>
                <a:spcPts val="0"/>
              </a:spcAft>
              <a:buSzPts val="1000"/>
              <a:buNone/>
              <a:defRPr sz="1000"/>
            </a:lvl8pPr>
            <a:lvl9pPr lvl="8">
              <a:lnSpc>
                <a:spcPct val="100000"/>
              </a:lnSpc>
              <a:spcBef>
                <a:spcPts val="800"/>
              </a:spcBef>
              <a:spcAft>
                <a:spcPts val="800"/>
              </a:spcAft>
              <a:buSzPts val="1000"/>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p:cSld name="BLANK_1_1_1_1_1_1_1_2_3">
    <p:bg>
      <p:bgPr>
        <a:solidFill>
          <a:schemeClr val="lt2"/>
        </a:solidFill>
      </p:bgPr>
    </p:bg>
    <p:spTree>
      <p:nvGrpSpPr>
        <p:cNvPr id="304" name="Shape 304"/>
        <p:cNvGrpSpPr/>
        <p:nvPr/>
      </p:nvGrpSpPr>
      <p:grpSpPr>
        <a:xfrm>
          <a:off x="0" y="0"/>
          <a:ext cx="0" cy="0"/>
          <a:chOff x="0" y="0"/>
          <a:chExt cx="0" cy="0"/>
        </a:xfrm>
      </p:grpSpPr>
      <p:grpSp>
        <p:nvGrpSpPr>
          <p:cNvPr id="305" name="Google Shape;305;p14"/>
          <p:cNvGrpSpPr/>
          <p:nvPr/>
        </p:nvGrpSpPr>
        <p:grpSpPr>
          <a:xfrm rot="5400000">
            <a:off x="596727" y="776873"/>
            <a:ext cx="369896" cy="333900"/>
            <a:chOff x="96076" y="654376"/>
            <a:chExt cx="369896" cy="333900"/>
          </a:xfrm>
        </p:grpSpPr>
        <p:cxnSp>
          <p:nvCxnSpPr>
            <p:cNvPr id="306" name="Google Shape;306;p1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307" name="Google Shape;307;p1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308" name="Google Shape;308;p1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309" name="Google Shape;309;p14"/>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10" name="Google Shape;310;p1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11" name="Google Shape;311;p14"/>
          <p:cNvCxnSpPr/>
          <p:nvPr/>
        </p:nvCxnSpPr>
        <p:spPr>
          <a:xfrm>
            <a:off x="1045950" y="334900"/>
            <a:ext cx="8098500" cy="0"/>
          </a:xfrm>
          <a:prstGeom prst="straightConnector1">
            <a:avLst/>
          </a:prstGeom>
          <a:noFill/>
          <a:ln cap="flat" cmpd="sng" w="9525">
            <a:solidFill>
              <a:schemeClr val="lt1"/>
            </a:solidFill>
            <a:prstDash val="solid"/>
            <a:round/>
            <a:headEnd len="sm" w="sm" type="none"/>
            <a:tailEnd len="sm" w="sm" type="none"/>
          </a:ln>
        </p:spPr>
      </p:cxnSp>
      <p:cxnSp>
        <p:nvCxnSpPr>
          <p:cNvPr id="312" name="Google Shape;312;p1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13" name="Google Shape;313;p1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14" name="Google Shape;314;p14"/>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cxnSp>
        <p:nvCxnSpPr>
          <p:cNvPr id="315" name="Google Shape;315;p1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316" name="Google Shape;316;p14"/>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bg>
      <p:bgPr>
        <a:solidFill>
          <a:schemeClr val="lt2"/>
        </a:solidFill>
      </p:bgPr>
    </p:bg>
    <p:spTree>
      <p:nvGrpSpPr>
        <p:cNvPr id="317" name="Shape 317"/>
        <p:cNvGrpSpPr/>
        <p:nvPr/>
      </p:nvGrpSpPr>
      <p:grpSpPr>
        <a:xfrm>
          <a:off x="0" y="0"/>
          <a:ext cx="0" cy="0"/>
          <a:chOff x="0" y="0"/>
          <a:chExt cx="0" cy="0"/>
        </a:xfrm>
      </p:grpSpPr>
      <p:sp>
        <p:nvSpPr>
          <p:cNvPr id="318" name="Google Shape;318;p15"/>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319" name="Google Shape;319;p15"/>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20" name="Google Shape;320;p15"/>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21" name="Google Shape;321;p15"/>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22" name="Google Shape;322;p1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23" name="Google Shape;323;p1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24" name="Google Shape;324;p15"/>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2">
  <p:cSld name="BLANK_1_2">
    <p:bg>
      <p:bgPr>
        <a:solidFill>
          <a:schemeClr val="dk2"/>
        </a:solidFill>
      </p:bgPr>
    </p:bg>
    <p:spTree>
      <p:nvGrpSpPr>
        <p:cNvPr id="325" name="Shape 325"/>
        <p:cNvGrpSpPr/>
        <p:nvPr/>
      </p:nvGrpSpPr>
      <p:grpSpPr>
        <a:xfrm>
          <a:off x="0" y="0"/>
          <a:ext cx="0" cy="0"/>
          <a:chOff x="0" y="0"/>
          <a:chExt cx="0" cy="0"/>
        </a:xfrm>
      </p:grpSpPr>
      <p:sp>
        <p:nvSpPr>
          <p:cNvPr id="326" name="Google Shape;326;p16"/>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27" name="Google Shape;327;p16"/>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28" name="Google Shape;328;p1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29" name="Google Shape;329;p16"/>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330" name="Google Shape;330;p1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331" name="Google Shape;331;p1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332" name="Google Shape;332;p1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33" name="Google Shape;333;p1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34" name="Google Shape;334;p16"/>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p:cSld name="BLANK_1_1_1_1_1_1_1_1_2">
    <p:bg>
      <p:bgPr>
        <a:solidFill>
          <a:schemeClr val="lt2"/>
        </a:solidFill>
      </p:bgPr>
    </p:bg>
    <p:spTree>
      <p:nvGrpSpPr>
        <p:cNvPr id="335" name="Shape 335"/>
        <p:cNvGrpSpPr/>
        <p:nvPr/>
      </p:nvGrpSpPr>
      <p:grpSpPr>
        <a:xfrm>
          <a:off x="0" y="0"/>
          <a:ext cx="0" cy="0"/>
          <a:chOff x="0" y="0"/>
          <a:chExt cx="0" cy="0"/>
        </a:xfrm>
      </p:grpSpPr>
      <p:sp>
        <p:nvSpPr>
          <p:cNvPr id="336" name="Google Shape;336;p17"/>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337" name="Google Shape;337;p1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38" name="Google Shape;338;p1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39" name="Google Shape;339;p1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40" name="Google Shape;340;p1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41" name="Google Shape;341;p1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42" name="Google Shape;342;p17"/>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43" name="Google Shape;343;p1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44" name="Google Shape;344;p17"/>
          <p:cNvSpPr txBox="1"/>
          <p:nvPr>
            <p:ph type="title"/>
          </p:nvPr>
        </p:nvSpPr>
        <p:spPr>
          <a:xfrm>
            <a:off x="6773750" y="841725"/>
            <a:ext cx="1848900" cy="364800"/>
          </a:xfrm>
          <a:prstGeom prst="rect">
            <a:avLst/>
          </a:prstGeom>
        </p:spPr>
        <p:txBody>
          <a:bodyPr anchorCtr="0" anchor="ctr" bIns="0" lIns="182875"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345" name="Google Shape;345;p17"/>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346" name="Google Shape;346;p17"/>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347" name="Google Shape;347;p17"/>
          <p:cNvSpPr txBox="1"/>
          <p:nvPr>
            <p:ph idx="6"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Growth">
  <p:cSld name="CUSTOM_4">
    <p:bg>
      <p:bgPr>
        <a:solidFill>
          <a:schemeClr val="lt2"/>
        </a:solidFill>
      </p:bgPr>
    </p:bg>
    <p:spTree>
      <p:nvGrpSpPr>
        <p:cNvPr id="348" name="Shape 348"/>
        <p:cNvGrpSpPr/>
        <p:nvPr/>
      </p:nvGrpSpPr>
      <p:grpSpPr>
        <a:xfrm>
          <a:off x="0" y="0"/>
          <a:ext cx="0" cy="0"/>
          <a:chOff x="0" y="0"/>
          <a:chExt cx="0" cy="0"/>
        </a:xfrm>
      </p:grpSpPr>
      <p:sp>
        <p:nvSpPr>
          <p:cNvPr id="349" name="Google Shape;349;p18"/>
          <p:cNvSpPr txBox="1"/>
          <p:nvPr>
            <p:ph idx="1" type="body"/>
          </p:nvPr>
        </p:nvSpPr>
        <p:spPr>
          <a:xfrm>
            <a:off x="6270725" y="3025600"/>
            <a:ext cx="2874600" cy="14247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350" name="Google Shape;350;p18"/>
          <p:cNvSpPr txBox="1"/>
          <p:nvPr>
            <p:ph idx="2" type="body"/>
          </p:nvPr>
        </p:nvSpPr>
        <p:spPr>
          <a:xfrm>
            <a:off x="3403050" y="2668875"/>
            <a:ext cx="2868000" cy="17814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351" name="Google Shape;351;p18"/>
          <p:cNvSpPr txBox="1"/>
          <p:nvPr>
            <p:ph idx="3" type="body"/>
          </p:nvPr>
        </p:nvSpPr>
        <p:spPr>
          <a:xfrm>
            <a:off x="521250" y="3426700"/>
            <a:ext cx="2880300" cy="10236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SzPts val="1000"/>
              <a:buFont typeface="Inter"/>
              <a:buChar char="■"/>
              <a:defRPr sz="1000">
                <a:solidFill>
                  <a:schemeClr val="lt2"/>
                </a:solidFill>
              </a:defRPr>
            </a:lvl9pPr>
          </a:lstStyle>
          <a:p/>
        </p:txBody>
      </p:sp>
      <p:sp>
        <p:nvSpPr>
          <p:cNvPr id="352" name="Google Shape;352;p18"/>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53" name="Google Shape;353;p18"/>
          <p:cNvCxnSpPr/>
          <p:nvPr/>
        </p:nvCxnSpPr>
        <p:spPr>
          <a:xfrm>
            <a:off x="3401654" y="841987"/>
            <a:ext cx="0" cy="4301700"/>
          </a:xfrm>
          <a:prstGeom prst="straightConnector1">
            <a:avLst/>
          </a:prstGeom>
          <a:noFill/>
          <a:ln cap="flat" cmpd="sng" w="9525">
            <a:solidFill>
              <a:schemeClr val="lt1"/>
            </a:solidFill>
            <a:prstDash val="solid"/>
            <a:round/>
            <a:headEnd len="sm" w="sm" type="none"/>
            <a:tailEnd len="sm" w="sm" type="none"/>
          </a:ln>
        </p:spPr>
      </p:cxnSp>
      <p:cxnSp>
        <p:nvCxnSpPr>
          <p:cNvPr id="354" name="Google Shape;354;p18"/>
          <p:cNvCxnSpPr/>
          <p:nvPr/>
        </p:nvCxnSpPr>
        <p:spPr>
          <a:xfrm>
            <a:off x="6271043" y="841987"/>
            <a:ext cx="0" cy="4301700"/>
          </a:xfrm>
          <a:prstGeom prst="straightConnector1">
            <a:avLst/>
          </a:prstGeom>
          <a:noFill/>
          <a:ln cap="flat" cmpd="sng" w="9525">
            <a:solidFill>
              <a:schemeClr val="lt1"/>
            </a:solidFill>
            <a:prstDash val="solid"/>
            <a:round/>
            <a:headEnd len="sm" w="sm" type="none"/>
            <a:tailEnd len="sm" w="sm" type="none"/>
          </a:ln>
        </p:spPr>
      </p:cxnSp>
      <p:sp>
        <p:nvSpPr>
          <p:cNvPr id="355" name="Google Shape;355;p18"/>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56" name="Google Shape;356;p18"/>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57" name="Google Shape;357;p18"/>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58" name="Google Shape;358;p1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59" name="Google Shape;359;p1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60" name="Google Shape;360;p1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1" name="Google Shape;361;p1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2" name="Google Shape;362;p1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363" name="Google Shape;363;p18"/>
          <p:cNvSpPr txBox="1"/>
          <p:nvPr>
            <p:ph idx="7" type="title"/>
          </p:nvPr>
        </p:nvSpPr>
        <p:spPr>
          <a:xfrm>
            <a:off x="521250" y="2093850"/>
            <a:ext cx="28785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4" name="Google Shape;364;p18"/>
          <p:cNvSpPr txBox="1"/>
          <p:nvPr>
            <p:ph idx="8" type="subTitle"/>
          </p:nvPr>
        </p:nvSpPr>
        <p:spPr>
          <a:xfrm>
            <a:off x="521250" y="2976675"/>
            <a:ext cx="28803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5" name="Google Shape;365;p18"/>
          <p:cNvSpPr txBox="1"/>
          <p:nvPr>
            <p:ph idx="9" type="title"/>
          </p:nvPr>
        </p:nvSpPr>
        <p:spPr>
          <a:xfrm>
            <a:off x="3400925" y="1336050"/>
            <a:ext cx="28680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6" name="Google Shape;366;p18"/>
          <p:cNvSpPr txBox="1"/>
          <p:nvPr>
            <p:ph idx="13" type="subTitle"/>
          </p:nvPr>
        </p:nvSpPr>
        <p:spPr>
          <a:xfrm>
            <a:off x="3400925" y="2218875"/>
            <a:ext cx="28698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7" name="Google Shape;367;p18"/>
          <p:cNvSpPr txBox="1"/>
          <p:nvPr>
            <p:ph idx="14" type="title"/>
          </p:nvPr>
        </p:nvSpPr>
        <p:spPr>
          <a:xfrm>
            <a:off x="6271375" y="1172250"/>
            <a:ext cx="2872800" cy="1281900"/>
          </a:xfrm>
          <a:prstGeom prst="rect">
            <a:avLst/>
          </a:prstGeom>
        </p:spPr>
        <p:txBody>
          <a:bodyPr anchorCtr="0" anchor="b" bIns="274300" lIns="18287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8" name="Google Shape;368;p18"/>
          <p:cNvSpPr txBox="1"/>
          <p:nvPr>
            <p:ph idx="15" type="subTitle"/>
          </p:nvPr>
        </p:nvSpPr>
        <p:spPr>
          <a:xfrm>
            <a:off x="6271375" y="2021749"/>
            <a:ext cx="2874600" cy="4329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9" name="Google Shape;369;p18"/>
          <p:cNvSpPr txBox="1"/>
          <p:nvPr>
            <p:ph idx="16" type="subTitle"/>
          </p:nvPr>
        </p:nvSpPr>
        <p:spPr>
          <a:xfrm>
            <a:off x="6271125" y="2455800"/>
            <a:ext cx="2874600" cy="3324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SemiBold"/>
              <a:buNone/>
              <a:defRPr>
                <a:latin typeface="Inter SemiBold"/>
                <a:ea typeface="Inter SemiBold"/>
                <a:cs typeface="Inter SemiBold"/>
                <a:sym typeface="Inter SemiBold"/>
              </a:defRPr>
            </a:lvl1pPr>
            <a:lvl2pPr lvl="1">
              <a:spcBef>
                <a:spcPts val="0"/>
              </a:spcBef>
              <a:spcAft>
                <a:spcPts val="0"/>
              </a:spcAft>
              <a:buSzPts val="1200"/>
              <a:buFont typeface="Inter SemiBold"/>
              <a:buNone/>
              <a:defRPr>
                <a:latin typeface="Inter SemiBold"/>
                <a:ea typeface="Inter SemiBold"/>
                <a:cs typeface="Inter SemiBold"/>
                <a:sym typeface="Inter SemiBold"/>
              </a:defRPr>
            </a:lvl2pPr>
            <a:lvl3pPr lvl="2">
              <a:spcBef>
                <a:spcPts val="0"/>
              </a:spcBef>
              <a:spcAft>
                <a:spcPts val="0"/>
              </a:spcAft>
              <a:buSzPts val="1200"/>
              <a:buFont typeface="Inter SemiBold"/>
              <a:buNone/>
              <a:defRPr>
                <a:latin typeface="Inter SemiBold"/>
                <a:ea typeface="Inter SemiBold"/>
                <a:cs typeface="Inter SemiBold"/>
                <a:sym typeface="Inter SemiBold"/>
              </a:defRPr>
            </a:lvl3pPr>
            <a:lvl4pPr lvl="3">
              <a:spcBef>
                <a:spcPts val="0"/>
              </a:spcBef>
              <a:spcAft>
                <a:spcPts val="0"/>
              </a:spcAft>
              <a:buSzPts val="1200"/>
              <a:buFont typeface="Inter SemiBold"/>
              <a:buNone/>
              <a:defRPr>
                <a:latin typeface="Inter SemiBold"/>
                <a:ea typeface="Inter SemiBold"/>
                <a:cs typeface="Inter SemiBold"/>
                <a:sym typeface="Inter SemiBold"/>
              </a:defRPr>
            </a:lvl4pPr>
            <a:lvl5pPr lvl="4">
              <a:spcBef>
                <a:spcPts val="0"/>
              </a:spcBef>
              <a:spcAft>
                <a:spcPts val="0"/>
              </a:spcAft>
              <a:buSzPts val="1200"/>
              <a:buFont typeface="Inter SemiBold"/>
              <a:buNone/>
              <a:defRPr>
                <a:latin typeface="Inter SemiBold"/>
                <a:ea typeface="Inter SemiBold"/>
                <a:cs typeface="Inter SemiBold"/>
                <a:sym typeface="Inter SemiBold"/>
              </a:defRPr>
            </a:lvl5pPr>
            <a:lvl6pPr lvl="5">
              <a:spcBef>
                <a:spcPts val="0"/>
              </a:spcBef>
              <a:spcAft>
                <a:spcPts val="0"/>
              </a:spcAft>
              <a:buSzPts val="1200"/>
              <a:buFont typeface="Inter SemiBold"/>
              <a:buNone/>
              <a:defRPr>
                <a:latin typeface="Inter SemiBold"/>
                <a:ea typeface="Inter SemiBold"/>
                <a:cs typeface="Inter SemiBold"/>
                <a:sym typeface="Inter SemiBold"/>
              </a:defRPr>
            </a:lvl6pPr>
            <a:lvl7pPr lvl="6">
              <a:spcBef>
                <a:spcPts val="0"/>
              </a:spcBef>
              <a:spcAft>
                <a:spcPts val="0"/>
              </a:spcAft>
              <a:buSzPts val="1200"/>
              <a:buFont typeface="Inter SemiBold"/>
              <a:buNone/>
              <a:defRPr>
                <a:latin typeface="Inter SemiBold"/>
                <a:ea typeface="Inter SemiBold"/>
                <a:cs typeface="Inter SemiBold"/>
                <a:sym typeface="Inter SemiBold"/>
              </a:defRPr>
            </a:lvl7pPr>
            <a:lvl8pPr lvl="7">
              <a:spcBef>
                <a:spcPts val="0"/>
              </a:spcBef>
              <a:spcAft>
                <a:spcPts val="0"/>
              </a:spcAft>
              <a:buSzPts val="1200"/>
              <a:buFont typeface="Inter SemiBold"/>
              <a:buNone/>
              <a:defRPr>
                <a:latin typeface="Inter SemiBold"/>
                <a:ea typeface="Inter SemiBold"/>
                <a:cs typeface="Inter SemiBold"/>
                <a:sym typeface="Inter SemiBold"/>
              </a:defRPr>
            </a:lvl8pPr>
            <a:lvl9pPr lvl="8">
              <a:spcBef>
                <a:spcPts val="0"/>
              </a:spcBef>
              <a:spcAft>
                <a:spcPts val="0"/>
              </a:spcAft>
              <a:buSzPts val="1200"/>
              <a:buFont typeface="Inter SemiBold"/>
              <a:buNone/>
              <a:defRPr>
                <a:latin typeface="Inter SemiBold"/>
                <a:ea typeface="Inter SemiBold"/>
                <a:cs typeface="Inter SemiBold"/>
                <a:sym typeface="Inter SemiBold"/>
              </a:defRPr>
            </a:lvl9pPr>
          </a:lstStyle>
          <a:p/>
        </p:txBody>
      </p:sp>
      <p:sp>
        <p:nvSpPr>
          <p:cNvPr id="370" name="Google Shape;370;p18"/>
          <p:cNvSpPr txBox="1"/>
          <p:nvPr>
            <p:ph idx="17" type="subTitle"/>
          </p:nvPr>
        </p:nvSpPr>
        <p:spPr>
          <a:xfrm>
            <a:off x="6271125" y="2840775"/>
            <a:ext cx="2874600" cy="1848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a:buNone/>
              <a:defRPr/>
            </a:lvl1pPr>
            <a:lvl2pPr lvl="1">
              <a:spcBef>
                <a:spcPts val="0"/>
              </a:spcBef>
              <a:spcAft>
                <a:spcPts val="0"/>
              </a:spcAft>
              <a:buSzPts val="1200"/>
              <a:buFont typeface="Inter"/>
              <a:buNone/>
              <a:defRPr/>
            </a:lvl2pPr>
            <a:lvl3pPr lvl="2">
              <a:spcBef>
                <a:spcPts val="0"/>
              </a:spcBef>
              <a:spcAft>
                <a:spcPts val="0"/>
              </a:spcAft>
              <a:buSzPts val="1200"/>
              <a:buFont typeface="Inter"/>
              <a:buNone/>
              <a:defRPr/>
            </a:lvl3pPr>
            <a:lvl4pPr lvl="3">
              <a:spcBef>
                <a:spcPts val="0"/>
              </a:spcBef>
              <a:spcAft>
                <a:spcPts val="0"/>
              </a:spcAft>
              <a:buSzPts val="1200"/>
              <a:buFont typeface="Inter"/>
              <a:buNone/>
              <a:defRPr/>
            </a:lvl4pPr>
            <a:lvl5pPr lvl="4">
              <a:spcBef>
                <a:spcPts val="0"/>
              </a:spcBef>
              <a:spcAft>
                <a:spcPts val="0"/>
              </a:spcAft>
              <a:buSzPts val="1200"/>
              <a:buFont typeface="Inter"/>
              <a:buNone/>
              <a:defRPr/>
            </a:lvl5pPr>
            <a:lvl6pPr lvl="5">
              <a:spcBef>
                <a:spcPts val="0"/>
              </a:spcBef>
              <a:spcAft>
                <a:spcPts val="0"/>
              </a:spcAft>
              <a:buSzPts val="1200"/>
              <a:buFont typeface="Inter"/>
              <a:buNone/>
              <a:defRPr/>
            </a:lvl6pPr>
            <a:lvl7pPr lvl="6">
              <a:spcBef>
                <a:spcPts val="0"/>
              </a:spcBef>
              <a:spcAft>
                <a:spcPts val="0"/>
              </a:spcAft>
              <a:buSzPts val="1200"/>
              <a:buFont typeface="Inter"/>
              <a:buNone/>
              <a:defRPr/>
            </a:lvl7pPr>
            <a:lvl8pPr lvl="7">
              <a:spcBef>
                <a:spcPts val="0"/>
              </a:spcBef>
              <a:spcAft>
                <a:spcPts val="0"/>
              </a:spcAft>
              <a:buSzPts val="1200"/>
              <a:buFont typeface="Inter"/>
              <a:buNone/>
              <a:defRPr/>
            </a:lvl8pPr>
            <a:lvl9pPr lvl="8">
              <a:spcBef>
                <a:spcPts val="0"/>
              </a:spcBef>
              <a:spcAft>
                <a:spcPts val="0"/>
              </a:spcAft>
              <a:buSzPts val="1200"/>
              <a:buFont typeface="Inter"/>
              <a:buNone/>
              <a:defRPr/>
            </a:lvl9pPr>
          </a:lstStyle>
          <a:p/>
        </p:txBody>
      </p:sp>
      <p:sp>
        <p:nvSpPr>
          <p:cNvPr id="371" name="Google Shape;371;p18"/>
          <p:cNvSpPr txBox="1"/>
          <p:nvPr>
            <p:ph idx="18" type="title"/>
          </p:nvPr>
        </p:nvSpPr>
        <p:spPr>
          <a:xfrm>
            <a:off x="6271375" y="4552825"/>
            <a:ext cx="28728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372" name="Google Shape;372;p18"/>
          <p:cNvSpPr txBox="1"/>
          <p:nvPr>
            <p:ph idx="19" type="title"/>
          </p:nvPr>
        </p:nvSpPr>
        <p:spPr>
          <a:xfrm>
            <a:off x="3401750" y="4552825"/>
            <a:ext cx="28680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373" name="Google Shape;373;p18"/>
          <p:cNvSpPr txBox="1"/>
          <p:nvPr>
            <p:ph idx="20" type="title"/>
          </p:nvPr>
        </p:nvSpPr>
        <p:spPr>
          <a:xfrm>
            <a:off x="521625" y="4552825"/>
            <a:ext cx="28785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riorities">
  <p:cSld name="CUSTOM_5">
    <p:bg>
      <p:bgPr>
        <a:solidFill>
          <a:schemeClr val="lt1"/>
        </a:solidFill>
      </p:bgPr>
    </p:bg>
    <p:spTree>
      <p:nvGrpSpPr>
        <p:cNvPr id="374" name="Shape 374"/>
        <p:cNvGrpSpPr/>
        <p:nvPr/>
      </p:nvGrpSpPr>
      <p:grpSpPr>
        <a:xfrm>
          <a:off x="0" y="0"/>
          <a:ext cx="0" cy="0"/>
          <a:chOff x="0" y="0"/>
          <a:chExt cx="0" cy="0"/>
        </a:xfrm>
      </p:grpSpPr>
      <p:sp>
        <p:nvSpPr>
          <p:cNvPr id="375" name="Google Shape;375;p19"/>
          <p:cNvSpPr txBox="1"/>
          <p:nvPr>
            <p:ph idx="1" type="body"/>
          </p:nvPr>
        </p:nvSpPr>
        <p:spPr>
          <a:xfrm>
            <a:off x="1043525" y="2532675"/>
            <a:ext cx="1958400" cy="10014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cxnSp>
        <p:nvCxnSpPr>
          <p:cNvPr id="376" name="Google Shape;376;p19"/>
          <p:cNvCxnSpPr/>
          <p:nvPr/>
        </p:nvCxnSpPr>
        <p:spPr>
          <a:xfrm>
            <a:off x="8622700" y="334950"/>
            <a:ext cx="0" cy="4805700"/>
          </a:xfrm>
          <a:prstGeom prst="straightConnector1">
            <a:avLst/>
          </a:prstGeom>
          <a:noFill/>
          <a:ln cap="flat" cmpd="sng" w="9525">
            <a:solidFill>
              <a:schemeClr val="accent6"/>
            </a:solidFill>
            <a:prstDash val="solid"/>
            <a:round/>
            <a:headEnd len="sm" w="sm" type="none"/>
            <a:tailEnd len="sm" w="sm" type="none"/>
          </a:ln>
        </p:spPr>
      </p:cxnSp>
      <p:sp>
        <p:nvSpPr>
          <p:cNvPr id="377" name="Google Shape;377;p19"/>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78" name="Google Shape;378;p19"/>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79" name="Google Shape;379;p19"/>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380" name="Google Shape;380;p19"/>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381" name="Google Shape;381;p1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82" name="Google Shape;382;p1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383" name="Google Shape;383;p19"/>
          <p:cNvSpPr txBox="1"/>
          <p:nvPr>
            <p:ph type="title"/>
          </p:nvPr>
        </p:nvSpPr>
        <p:spPr>
          <a:xfrm>
            <a:off x="3003325" y="6152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4" name="Google Shape;384;p19"/>
          <p:cNvSpPr txBox="1"/>
          <p:nvPr>
            <p:ph idx="5" type="title"/>
          </p:nvPr>
        </p:nvSpPr>
        <p:spPr>
          <a:xfrm>
            <a:off x="3003325" y="9619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5" name="Google Shape;385;p19"/>
          <p:cNvSpPr txBox="1"/>
          <p:nvPr>
            <p:ph idx="6" type="title"/>
          </p:nvPr>
        </p:nvSpPr>
        <p:spPr>
          <a:xfrm>
            <a:off x="3003325" y="13108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6" name="Google Shape;386;p19"/>
          <p:cNvSpPr txBox="1"/>
          <p:nvPr>
            <p:ph idx="7" type="title"/>
          </p:nvPr>
        </p:nvSpPr>
        <p:spPr>
          <a:xfrm>
            <a:off x="3003325" y="38207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7" name="Google Shape;387;p19"/>
          <p:cNvSpPr txBox="1"/>
          <p:nvPr>
            <p:ph idx="8" type="title"/>
          </p:nvPr>
        </p:nvSpPr>
        <p:spPr>
          <a:xfrm>
            <a:off x="3003325" y="41675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8" name="Google Shape;388;p19"/>
          <p:cNvSpPr txBox="1"/>
          <p:nvPr>
            <p:ph idx="9" type="title"/>
          </p:nvPr>
        </p:nvSpPr>
        <p:spPr>
          <a:xfrm>
            <a:off x="3003325" y="45163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9" name="Google Shape;389;p19"/>
          <p:cNvSpPr txBox="1"/>
          <p:nvPr>
            <p:ph idx="13" type="title"/>
          </p:nvPr>
        </p:nvSpPr>
        <p:spPr>
          <a:xfrm>
            <a:off x="3003325" y="22262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0" name="Google Shape;390;p19"/>
          <p:cNvSpPr txBox="1"/>
          <p:nvPr>
            <p:ph idx="14" type="title"/>
          </p:nvPr>
        </p:nvSpPr>
        <p:spPr>
          <a:xfrm>
            <a:off x="3003325" y="257301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1" name="Google Shape;391;p19"/>
          <p:cNvSpPr txBox="1"/>
          <p:nvPr>
            <p:ph idx="15" type="title"/>
          </p:nvPr>
        </p:nvSpPr>
        <p:spPr>
          <a:xfrm>
            <a:off x="3003325" y="29218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2" name="Google Shape;392;p19"/>
          <p:cNvSpPr txBox="1"/>
          <p:nvPr>
            <p:ph idx="16" type="subTitle"/>
          </p:nvPr>
        </p:nvSpPr>
        <p:spPr>
          <a:xfrm>
            <a:off x="5824413" y="6130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3" name="Google Shape;393;p19"/>
          <p:cNvSpPr txBox="1"/>
          <p:nvPr>
            <p:ph idx="17" type="subTitle"/>
          </p:nvPr>
        </p:nvSpPr>
        <p:spPr>
          <a:xfrm>
            <a:off x="5824413" y="9619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4" name="Google Shape;394;p19"/>
          <p:cNvSpPr txBox="1"/>
          <p:nvPr>
            <p:ph idx="18" type="subTitle"/>
          </p:nvPr>
        </p:nvSpPr>
        <p:spPr>
          <a:xfrm>
            <a:off x="5824413" y="131077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5" name="Google Shape;395;p19"/>
          <p:cNvSpPr txBox="1"/>
          <p:nvPr>
            <p:ph idx="19" type="subTitle"/>
          </p:nvPr>
        </p:nvSpPr>
        <p:spPr>
          <a:xfrm>
            <a:off x="5824413" y="22252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6" name="Google Shape;396;p19"/>
          <p:cNvSpPr txBox="1"/>
          <p:nvPr>
            <p:ph idx="20" type="subTitle"/>
          </p:nvPr>
        </p:nvSpPr>
        <p:spPr>
          <a:xfrm>
            <a:off x="5824413" y="25741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7" name="Google Shape;397;p19"/>
          <p:cNvSpPr txBox="1"/>
          <p:nvPr>
            <p:ph idx="21" type="subTitle"/>
          </p:nvPr>
        </p:nvSpPr>
        <p:spPr>
          <a:xfrm>
            <a:off x="5824413" y="2922938"/>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8" name="Google Shape;398;p19"/>
          <p:cNvSpPr txBox="1"/>
          <p:nvPr>
            <p:ph idx="22" type="subTitle"/>
          </p:nvPr>
        </p:nvSpPr>
        <p:spPr>
          <a:xfrm>
            <a:off x="5824413" y="38186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9" name="Google Shape;399;p19"/>
          <p:cNvSpPr txBox="1"/>
          <p:nvPr>
            <p:ph idx="23" type="subTitle"/>
          </p:nvPr>
        </p:nvSpPr>
        <p:spPr>
          <a:xfrm>
            <a:off x="5824413" y="41675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00" name="Google Shape;400;p19"/>
          <p:cNvSpPr txBox="1"/>
          <p:nvPr>
            <p:ph idx="24" type="subTitle"/>
          </p:nvPr>
        </p:nvSpPr>
        <p:spPr>
          <a:xfrm>
            <a:off x="5824413" y="45163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01" name="Google Shape;401;p19"/>
          <p:cNvSpPr txBox="1"/>
          <p:nvPr>
            <p:ph idx="25" type="title"/>
          </p:nvPr>
        </p:nvSpPr>
        <p:spPr>
          <a:xfrm>
            <a:off x="1045225" y="3545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02" name="Google Shape;402;p19"/>
          <p:cNvSpPr txBox="1"/>
          <p:nvPr>
            <p:ph idx="26" type="body"/>
          </p:nvPr>
        </p:nvSpPr>
        <p:spPr>
          <a:xfrm>
            <a:off x="1043525" y="4174000"/>
            <a:ext cx="1958400" cy="9591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403" name="Google Shape;403;p19"/>
          <p:cNvSpPr txBox="1"/>
          <p:nvPr>
            <p:ph idx="27" type="title"/>
          </p:nvPr>
        </p:nvSpPr>
        <p:spPr>
          <a:xfrm>
            <a:off x="1045225" y="350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04" name="Google Shape;404;p19"/>
          <p:cNvSpPr txBox="1"/>
          <p:nvPr>
            <p:ph idx="28" type="title"/>
          </p:nvPr>
        </p:nvSpPr>
        <p:spPr>
          <a:xfrm>
            <a:off x="1045225" y="1945600"/>
            <a:ext cx="1958400" cy="519600"/>
          </a:xfrm>
          <a:prstGeom prst="rect">
            <a:avLst/>
          </a:prstGeom>
        </p:spPr>
        <p:txBody>
          <a:bodyPr anchorCtr="0" anchor="b" bIns="0" lIns="182875" spcFirstLastPara="1" rIns="182875" wrap="square" tIns="91425">
            <a:noAutofit/>
          </a:bodyPr>
          <a:lstStyle>
            <a:lvl1pPr lvl="0">
              <a:spcBef>
                <a:spcPts val="0"/>
              </a:spcBef>
              <a:spcAft>
                <a:spcPts val="0"/>
              </a:spcAft>
              <a:buSzPts val="2400"/>
              <a:buFont typeface="Gowun Batang"/>
              <a:buNone/>
              <a:defRPr sz="2400"/>
            </a:lvl1pPr>
            <a:lvl2pPr lvl="1">
              <a:spcBef>
                <a:spcPts val="0"/>
              </a:spcBef>
              <a:spcAft>
                <a:spcPts val="0"/>
              </a:spcAft>
              <a:buSzPts val="2400"/>
              <a:buFont typeface="Gowun Batang"/>
              <a:buNone/>
              <a:defRPr sz="2400"/>
            </a:lvl2pPr>
            <a:lvl3pPr lvl="2">
              <a:spcBef>
                <a:spcPts val="0"/>
              </a:spcBef>
              <a:spcAft>
                <a:spcPts val="0"/>
              </a:spcAft>
              <a:buSzPts val="2400"/>
              <a:buFont typeface="Gowun Batang"/>
              <a:buNone/>
              <a:defRPr sz="2400"/>
            </a:lvl3pPr>
            <a:lvl4pPr lvl="3">
              <a:spcBef>
                <a:spcPts val="0"/>
              </a:spcBef>
              <a:spcAft>
                <a:spcPts val="0"/>
              </a:spcAft>
              <a:buSzPts val="2400"/>
              <a:buFont typeface="Gowun Batang"/>
              <a:buNone/>
              <a:defRPr sz="2400"/>
            </a:lvl4pPr>
            <a:lvl5pPr lvl="4">
              <a:spcBef>
                <a:spcPts val="0"/>
              </a:spcBef>
              <a:spcAft>
                <a:spcPts val="0"/>
              </a:spcAft>
              <a:buSzPts val="2400"/>
              <a:buFont typeface="Gowun Batang"/>
              <a:buNone/>
              <a:defRPr sz="2400"/>
            </a:lvl5pPr>
            <a:lvl6pPr lvl="5">
              <a:spcBef>
                <a:spcPts val="0"/>
              </a:spcBef>
              <a:spcAft>
                <a:spcPts val="0"/>
              </a:spcAft>
              <a:buSzPts val="2400"/>
              <a:buFont typeface="Gowun Batang"/>
              <a:buNone/>
              <a:defRPr sz="2400"/>
            </a:lvl6pPr>
            <a:lvl7pPr lvl="6">
              <a:spcBef>
                <a:spcPts val="0"/>
              </a:spcBef>
              <a:spcAft>
                <a:spcPts val="0"/>
              </a:spcAft>
              <a:buSzPts val="2400"/>
              <a:buFont typeface="Gowun Batang"/>
              <a:buNone/>
              <a:defRPr sz="2400"/>
            </a:lvl7pPr>
            <a:lvl8pPr lvl="7">
              <a:spcBef>
                <a:spcPts val="0"/>
              </a:spcBef>
              <a:spcAft>
                <a:spcPts val="0"/>
              </a:spcAft>
              <a:buSzPts val="2400"/>
              <a:buFont typeface="Gowun Batang"/>
              <a:buNone/>
              <a:defRPr sz="2400"/>
            </a:lvl8pPr>
            <a:lvl9pPr lvl="8">
              <a:spcBef>
                <a:spcPts val="0"/>
              </a:spcBef>
              <a:spcAft>
                <a:spcPts val="0"/>
              </a:spcAft>
              <a:buSzPts val="2400"/>
              <a:buFont typeface="Gowun Batang"/>
              <a:buNone/>
              <a:defRPr sz="2400"/>
            </a:lvl9pPr>
          </a:lstStyle>
          <a:p/>
        </p:txBody>
      </p:sp>
      <p:sp>
        <p:nvSpPr>
          <p:cNvPr id="405" name="Google Shape;405;p19"/>
          <p:cNvSpPr txBox="1"/>
          <p:nvPr>
            <p:ph idx="29" type="body"/>
          </p:nvPr>
        </p:nvSpPr>
        <p:spPr>
          <a:xfrm>
            <a:off x="1043513" y="962025"/>
            <a:ext cx="1958400" cy="9729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olutions">
  <p:cSld name="CUSTOM_6">
    <p:bg>
      <p:bgPr>
        <a:solidFill>
          <a:schemeClr val="lt2"/>
        </a:solidFill>
      </p:bgPr>
    </p:bg>
    <p:spTree>
      <p:nvGrpSpPr>
        <p:cNvPr id="406" name="Shape 406"/>
        <p:cNvGrpSpPr/>
        <p:nvPr/>
      </p:nvGrpSpPr>
      <p:grpSpPr>
        <a:xfrm>
          <a:off x="0" y="0"/>
          <a:ext cx="0" cy="0"/>
          <a:chOff x="0" y="0"/>
          <a:chExt cx="0" cy="0"/>
        </a:xfrm>
      </p:grpSpPr>
      <p:sp>
        <p:nvSpPr>
          <p:cNvPr id="407" name="Google Shape;407;p20"/>
          <p:cNvSpPr txBox="1"/>
          <p:nvPr>
            <p:ph type="title"/>
          </p:nvPr>
        </p:nvSpPr>
        <p:spPr>
          <a:xfrm>
            <a:off x="5481500" y="3864550"/>
            <a:ext cx="498300" cy="6366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SemiBold"/>
              <a:buChar char="●"/>
              <a:defRPr sz="1500">
                <a:latin typeface="Inter SemiBold"/>
                <a:ea typeface="Inter SemiBold"/>
                <a:cs typeface="Inter SemiBold"/>
                <a:sym typeface="Inter SemiBold"/>
              </a:defRPr>
            </a:lvl1pPr>
            <a:lvl2pPr lvl="1" algn="ctr">
              <a:spcBef>
                <a:spcPts val="0"/>
              </a:spcBef>
              <a:spcAft>
                <a:spcPts val="0"/>
              </a:spcAft>
              <a:buClr>
                <a:schemeClr val="lt1"/>
              </a:buClr>
              <a:buSzPts val="1500"/>
              <a:buFont typeface="Inter"/>
              <a:buChar char="○"/>
              <a:defRPr sz="1500">
                <a:latin typeface="Inter"/>
                <a:ea typeface="Inter"/>
                <a:cs typeface="Inter"/>
                <a:sym typeface="Inter"/>
              </a:defRPr>
            </a:lvl2pPr>
            <a:lvl3pPr lvl="2" algn="ctr">
              <a:spcBef>
                <a:spcPts val="0"/>
              </a:spcBef>
              <a:spcAft>
                <a:spcPts val="0"/>
              </a:spcAft>
              <a:buClr>
                <a:schemeClr val="lt1"/>
              </a:buClr>
              <a:buSzPts val="1500"/>
              <a:buFont typeface="Inter"/>
              <a:buChar char="■"/>
              <a:defRPr sz="1500">
                <a:latin typeface="Inter"/>
                <a:ea typeface="Inter"/>
                <a:cs typeface="Inter"/>
                <a:sym typeface="Inter"/>
              </a:defRPr>
            </a:lvl3pPr>
            <a:lvl4pPr lvl="3" algn="ctr">
              <a:spcBef>
                <a:spcPts val="0"/>
              </a:spcBef>
              <a:spcAft>
                <a:spcPts val="0"/>
              </a:spcAft>
              <a:buClr>
                <a:schemeClr val="lt1"/>
              </a:buClr>
              <a:buSzPts val="1500"/>
              <a:buFont typeface="Inter"/>
              <a:buChar char="●"/>
              <a:defRPr sz="1500">
                <a:latin typeface="Inter"/>
                <a:ea typeface="Inter"/>
                <a:cs typeface="Inter"/>
                <a:sym typeface="Inter"/>
              </a:defRPr>
            </a:lvl4pPr>
            <a:lvl5pPr lvl="4" algn="ctr">
              <a:spcBef>
                <a:spcPts val="0"/>
              </a:spcBef>
              <a:spcAft>
                <a:spcPts val="0"/>
              </a:spcAft>
              <a:buClr>
                <a:schemeClr val="lt1"/>
              </a:buClr>
              <a:buSzPts val="1500"/>
              <a:buFont typeface="Inter"/>
              <a:buChar char="○"/>
              <a:defRPr sz="1500">
                <a:latin typeface="Inter"/>
                <a:ea typeface="Inter"/>
                <a:cs typeface="Inter"/>
                <a:sym typeface="Inter"/>
              </a:defRPr>
            </a:lvl5pPr>
            <a:lvl6pPr lvl="5" algn="ctr">
              <a:spcBef>
                <a:spcPts val="0"/>
              </a:spcBef>
              <a:spcAft>
                <a:spcPts val="0"/>
              </a:spcAft>
              <a:buClr>
                <a:schemeClr val="lt1"/>
              </a:buClr>
              <a:buSzPts val="1500"/>
              <a:buFont typeface="Inter"/>
              <a:buChar char="■"/>
              <a:defRPr sz="1500">
                <a:latin typeface="Inter"/>
                <a:ea typeface="Inter"/>
                <a:cs typeface="Inter"/>
                <a:sym typeface="Inter"/>
              </a:defRPr>
            </a:lvl6pPr>
            <a:lvl7pPr lvl="6" algn="ctr">
              <a:spcBef>
                <a:spcPts val="0"/>
              </a:spcBef>
              <a:spcAft>
                <a:spcPts val="0"/>
              </a:spcAft>
              <a:buClr>
                <a:schemeClr val="lt1"/>
              </a:buClr>
              <a:buSzPts val="1500"/>
              <a:buFont typeface="Inter"/>
              <a:buChar char="●"/>
              <a:defRPr sz="1500">
                <a:latin typeface="Inter"/>
                <a:ea typeface="Inter"/>
                <a:cs typeface="Inter"/>
                <a:sym typeface="Inter"/>
              </a:defRPr>
            </a:lvl7pPr>
            <a:lvl8pPr lvl="7" algn="ctr">
              <a:spcBef>
                <a:spcPts val="0"/>
              </a:spcBef>
              <a:spcAft>
                <a:spcPts val="0"/>
              </a:spcAft>
              <a:buClr>
                <a:schemeClr val="lt1"/>
              </a:buClr>
              <a:buSzPts val="1500"/>
              <a:buFont typeface="Inter"/>
              <a:buChar char="○"/>
              <a:defRPr sz="1500">
                <a:latin typeface="Inter"/>
                <a:ea typeface="Inter"/>
                <a:cs typeface="Inter"/>
                <a:sym typeface="Inter"/>
              </a:defRPr>
            </a:lvl8pPr>
            <a:lvl9pPr lvl="8" algn="ctr">
              <a:spcBef>
                <a:spcPts val="0"/>
              </a:spcBef>
              <a:spcAft>
                <a:spcPts val="0"/>
              </a:spcAft>
              <a:buClr>
                <a:schemeClr val="lt1"/>
              </a:buClr>
              <a:buSzPts val="1500"/>
              <a:buFont typeface="Inter"/>
              <a:buChar char="■"/>
              <a:defRPr sz="1500">
                <a:latin typeface="Inter"/>
                <a:ea typeface="Inter"/>
                <a:cs typeface="Inter"/>
                <a:sym typeface="Inter"/>
              </a:defRPr>
            </a:lvl9pPr>
          </a:lstStyle>
          <a:p/>
        </p:txBody>
      </p:sp>
      <p:sp>
        <p:nvSpPr>
          <p:cNvPr id="408" name="Google Shape;408;p20"/>
          <p:cNvSpPr txBox="1"/>
          <p:nvPr>
            <p:ph idx="2" type="title"/>
          </p:nvPr>
        </p:nvSpPr>
        <p:spPr>
          <a:xfrm>
            <a:off x="5481500" y="13091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09" name="Google Shape;409;p20"/>
          <p:cNvSpPr txBox="1"/>
          <p:nvPr>
            <p:ph idx="3" type="title"/>
          </p:nvPr>
        </p:nvSpPr>
        <p:spPr>
          <a:xfrm>
            <a:off x="5481500" y="32248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2pPr>
            <a:lvl3pPr lvl="2"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3pPr>
            <a:lvl4pPr lvl="3"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4pPr>
            <a:lvl5pPr lvl="4"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5pPr>
            <a:lvl6pPr lvl="5"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6pPr>
            <a:lvl7pPr lvl="6"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7pPr>
            <a:lvl8pPr lvl="7"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8pPr>
            <a:lvl9pPr lvl="8"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9pPr>
          </a:lstStyle>
          <a:p/>
        </p:txBody>
      </p:sp>
      <p:sp>
        <p:nvSpPr>
          <p:cNvPr id="410" name="Google Shape;410;p20"/>
          <p:cNvSpPr txBox="1"/>
          <p:nvPr>
            <p:ph idx="4" type="title"/>
          </p:nvPr>
        </p:nvSpPr>
        <p:spPr>
          <a:xfrm>
            <a:off x="5481500" y="2596100"/>
            <a:ext cx="498300" cy="629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1" name="Google Shape;411;p20"/>
          <p:cNvSpPr txBox="1"/>
          <p:nvPr>
            <p:ph idx="5" type="title"/>
          </p:nvPr>
        </p:nvSpPr>
        <p:spPr>
          <a:xfrm>
            <a:off x="5481500" y="1949300"/>
            <a:ext cx="498300" cy="646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2" name="Google Shape;412;p20"/>
          <p:cNvSpPr txBox="1"/>
          <p:nvPr>
            <p:ph idx="6" type="title"/>
          </p:nvPr>
        </p:nvSpPr>
        <p:spPr>
          <a:xfrm>
            <a:off x="5481475" y="4504275"/>
            <a:ext cx="498300" cy="643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3" name="Google Shape;413;p20"/>
          <p:cNvSpPr txBox="1"/>
          <p:nvPr>
            <p:ph idx="1" type="body"/>
          </p:nvPr>
        </p:nvSpPr>
        <p:spPr>
          <a:xfrm>
            <a:off x="2187950" y="1307550"/>
            <a:ext cx="3181200" cy="12885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14" name="Google Shape;414;p20"/>
          <p:cNvSpPr txBox="1"/>
          <p:nvPr>
            <p:ph idx="7" type="body"/>
          </p:nvPr>
        </p:nvSpPr>
        <p:spPr>
          <a:xfrm>
            <a:off x="2187950" y="3864550"/>
            <a:ext cx="3181200" cy="12792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415" name="Google Shape;415;p20"/>
          <p:cNvSpPr txBox="1"/>
          <p:nvPr>
            <p:ph idx="8" type="body"/>
          </p:nvPr>
        </p:nvSpPr>
        <p:spPr>
          <a:xfrm>
            <a:off x="2187950" y="2596100"/>
            <a:ext cx="3181200" cy="12687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cxnSp>
        <p:nvCxnSpPr>
          <p:cNvPr id="416" name="Google Shape;416;p20"/>
          <p:cNvCxnSpPr/>
          <p:nvPr/>
        </p:nvCxnSpPr>
        <p:spPr>
          <a:xfrm rot="10800000">
            <a:off x="520175" y="1307575"/>
            <a:ext cx="8624100" cy="0"/>
          </a:xfrm>
          <a:prstGeom prst="straightConnector1">
            <a:avLst/>
          </a:prstGeom>
          <a:noFill/>
          <a:ln cap="flat" cmpd="sng" w="9525">
            <a:solidFill>
              <a:schemeClr val="lt1"/>
            </a:solidFill>
            <a:prstDash val="solid"/>
            <a:round/>
            <a:headEnd len="sm" w="sm" type="none"/>
            <a:tailEnd len="sm" w="sm" type="none"/>
          </a:ln>
        </p:spPr>
      </p:cxnSp>
      <p:sp>
        <p:nvSpPr>
          <p:cNvPr id="417" name="Google Shape;417;p20"/>
          <p:cNvSpPr txBox="1"/>
          <p:nvPr>
            <p:ph idx="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None/>
              <a:defRPr sz="800"/>
            </a:lvl1pPr>
            <a:lvl2pPr lvl="1">
              <a:spcBef>
                <a:spcPts val="0"/>
              </a:spcBef>
              <a:spcAft>
                <a:spcPts val="0"/>
              </a:spcAft>
              <a:buClr>
                <a:schemeClr val="lt1"/>
              </a:buClr>
              <a:buSzPts val="800"/>
              <a:buNone/>
              <a:defRPr sz="800"/>
            </a:lvl2pPr>
            <a:lvl3pPr lvl="2">
              <a:spcBef>
                <a:spcPts val="0"/>
              </a:spcBef>
              <a:spcAft>
                <a:spcPts val="0"/>
              </a:spcAft>
              <a:buClr>
                <a:schemeClr val="lt1"/>
              </a:buClr>
              <a:buSzPts val="800"/>
              <a:buNone/>
              <a:defRPr sz="800"/>
            </a:lvl3pPr>
            <a:lvl4pPr lvl="3">
              <a:spcBef>
                <a:spcPts val="0"/>
              </a:spcBef>
              <a:spcAft>
                <a:spcPts val="0"/>
              </a:spcAft>
              <a:buClr>
                <a:schemeClr val="lt1"/>
              </a:buClr>
              <a:buSzPts val="800"/>
              <a:buNone/>
              <a:defRPr sz="800"/>
            </a:lvl4pPr>
            <a:lvl5pPr lvl="4">
              <a:spcBef>
                <a:spcPts val="0"/>
              </a:spcBef>
              <a:spcAft>
                <a:spcPts val="0"/>
              </a:spcAft>
              <a:buClr>
                <a:schemeClr val="lt1"/>
              </a:buClr>
              <a:buSzPts val="800"/>
              <a:buNone/>
              <a:defRPr sz="800"/>
            </a:lvl5pPr>
            <a:lvl6pPr lvl="5">
              <a:spcBef>
                <a:spcPts val="0"/>
              </a:spcBef>
              <a:spcAft>
                <a:spcPts val="0"/>
              </a:spcAft>
              <a:buClr>
                <a:schemeClr val="lt1"/>
              </a:buClr>
              <a:buSzPts val="800"/>
              <a:buNone/>
              <a:defRPr sz="800"/>
            </a:lvl6pPr>
            <a:lvl7pPr lvl="6">
              <a:spcBef>
                <a:spcPts val="0"/>
              </a:spcBef>
              <a:spcAft>
                <a:spcPts val="0"/>
              </a:spcAft>
              <a:buClr>
                <a:schemeClr val="lt1"/>
              </a:buClr>
              <a:buSzPts val="800"/>
              <a:buNone/>
              <a:defRPr sz="800"/>
            </a:lvl7pPr>
            <a:lvl8pPr lvl="7">
              <a:spcBef>
                <a:spcPts val="0"/>
              </a:spcBef>
              <a:spcAft>
                <a:spcPts val="0"/>
              </a:spcAft>
              <a:buClr>
                <a:schemeClr val="lt1"/>
              </a:buClr>
              <a:buSzPts val="800"/>
              <a:buNone/>
              <a:defRPr sz="800"/>
            </a:lvl8pPr>
            <a:lvl9pPr lvl="8">
              <a:spcBef>
                <a:spcPts val="0"/>
              </a:spcBef>
              <a:spcAft>
                <a:spcPts val="0"/>
              </a:spcAft>
              <a:buClr>
                <a:schemeClr val="lt1"/>
              </a:buClr>
              <a:buSzPts val="800"/>
              <a:buNone/>
              <a:defRPr sz="800"/>
            </a:lvl9pPr>
          </a:lstStyle>
          <a:p/>
        </p:txBody>
      </p:sp>
      <p:sp>
        <p:nvSpPr>
          <p:cNvPr id="418" name="Google Shape;418;p20"/>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sp>
        <p:nvSpPr>
          <p:cNvPr id="419" name="Google Shape;419;p20"/>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cxnSp>
        <p:nvCxnSpPr>
          <p:cNvPr id="420" name="Google Shape;420;p2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21" name="Google Shape;421;p2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22" name="Google Shape;422;p2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23" name="Google Shape;423;p20"/>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424" name="Google Shape;424;p20"/>
          <p:cNvSpPr txBox="1"/>
          <p:nvPr>
            <p:ph idx="16" type="title"/>
          </p:nvPr>
        </p:nvSpPr>
        <p:spPr>
          <a:xfrm>
            <a:off x="521275" y="1307500"/>
            <a:ext cx="1666500" cy="12885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5" name="Google Shape;425;p20"/>
          <p:cNvSpPr txBox="1"/>
          <p:nvPr>
            <p:ph idx="17" type="title"/>
          </p:nvPr>
        </p:nvSpPr>
        <p:spPr>
          <a:xfrm>
            <a:off x="521275" y="2595800"/>
            <a:ext cx="1666500" cy="12687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6" name="Google Shape;426;p20"/>
          <p:cNvSpPr txBox="1"/>
          <p:nvPr>
            <p:ph idx="18" type="title"/>
          </p:nvPr>
        </p:nvSpPr>
        <p:spPr>
          <a:xfrm>
            <a:off x="521275" y="3866800"/>
            <a:ext cx="1666500" cy="12768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7" name="Google Shape;427;p20"/>
          <p:cNvSpPr txBox="1"/>
          <p:nvPr>
            <p:ph idx="19" type="subTitle"/>
          </p:nvPr>
        </p:nvSpPr>
        <p:spPr>
          <a:xfrm>
            <a:off x="6092100" y="1950763"/>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28" name="Google Shape;428;p20"/>
          <p:cNvSpPr txBox="1"/>
          <p:nvPr>
            <p:ph idx="20" type="subTitle"/>
          </p:nvPr>
        </p:nvSpPr>
        <p:spPr>
          <a:xfrm>
            <a:off x="6092100" y="2595825"/>
            <a:ext cx="2942100" cy="629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29" name="Google Shape;429;p20"/>
          <p:cNvSpPr txBox="1"/>
          <p:nvPr>
            <p:ph idx="21" type="subTitle"/>
          </p:nvPr>
        </p:nvSpPr>
        <p:spPr>
          <a:xfrm>
            <a:off x="6092100" y="3225925"/>
            <a:ext cx="2942100" cy="638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0" name="Google Shape;430;p20"/>
          <p:cNvSpPr txBox="1"/>
          <p:nvPr>
            <p:ph idx="22" type="subTitle"/>
          </p:nvPr>
        </p:nvSpPr>
        <p:spPr>
          <a:xfrm>
            <a:off x="6092100" y="3863525"/>
            <a:ext cx="2942100" cy="6366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1" name="Google Shape;431;p20"/>
          <p:cNvSpPr txBox="1"/>
          <p:nvPr>
            <p:ph idx="23" type="subTitle"/>
          </p:nvPr>
        </p:nvSpPr>
        <p:spPr>
          <a:xfrm>
            <a:off x="6092100" y="4498790"/>
            <a:ext cx="2942100" cy="643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2" name="Google Shape;432;p20"/>
          <p:cNvSpPr txBox="1"/>
          <p:nvPr>
            <p:ph idx="24" type="subTitle"/>
          </p:nvPr>
        </p:nvSpPr>
        <p:spPr>
          <a:xfrm>
            <a:off x="6092100" y="1305550"/>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p:cSld name="CUSTOM_7">
    <p:bg>
      <p:bgPr>
        <a:solidFill>
          <a:schemeClr val="lt2"/>
        </a:solidFill>
      </p:bgPr>
    </p:bg>
    <p:spTree>
      <p:nvGrpSpPr>
        <p:cNvPr id="433" name="Shape 433"/>
        <p:cNvGrpSpPr/>
        <p:nvPr/>
      </p:nvGrpSpPr>
      <p:grpSpPr>
        <a:xfrm>
          <a:off x="0" y="0"/>
          <a:ext cx="0" cy="0"/>
          <a:chOff x="0" y="0"/>
          <a:chExt cx="0" cy="0"/>
        </a:xfrm>
      </p:grpSpPr>
      <p:sp>
        <p:nvSpPr>
          <p:cNvPr id="434" name="Google Shape;434;p21"/>
          <p:cNvSpPr txBox="1"/>
          <p:nvPr>
            <p:ph idx="1" type="body"/>
          </p:nvPr>
        </p:nvSpPr>
        <p:spPr>
          <a:xfrm>
            <a:off x="523425" y="3593825"/>
            <a:ext cx="17844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35" name="Google Shape;435;p21"/>
          <p:cNvSpPr txBox="1"/>
          <p:nvPr>
            <p:ph type="title"/>
          </p:nvPr>
        </p:nvSpPr>
        <p:spPr>
          <a:xfrm>
            <a:off x="521250" y="3244950"/>
            <a:ext cx="1786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36" name="Google Shape;436;p21"/>
          <p:cNvSpPr txBox="1"/>
          <p:nvPr>
            <p:ph idx="2" type="body"/>
          </p:nvPr>
        </p:nvSpPr>
        <p:spPr>
          <a:xfrm>
            <a:off x="2679589" y="3593825"/>
            <a:ext cx="19791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437" name="Google Shape;437;p21"/>
          <p:cNvSpPr txBox="1"/>
          <p:nvPr>
            <p:ph idx="3" type="title"/>
          </p:nvPr>
        </p:nvSpPr>
        <p:spPr>
          <a:xfrm>
            <a:off x="2677176" y="3244950"/>
            <a:ext cx="1981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38" name="Google Shape;438;p21"/>
          <p:cNvSpPr txBox="1"/>
          <p:nvPr>
            <p:ph idx="4" type="body"/>
          </p:nvPr>
        </p:nvSpPr>
        <p:spPr>
          <a:xfrm>
            <a:off x="4834747" y="3593825"/>
            <a:ext cx="17823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39" name="Google Shape;439;p21"/>
          <p:cNvSpPr txBox="1"/>
          <p:nvPr>
            <p:ph idx="5" type="title"/>
          </p:nvPr>
        </p:nvSpPr>
        <p:spPr>
          <a:xfrm>
            <a:off x="4832575" y="3244950"/>
            <a:ext cx="17844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40" name="Google Shape;440;p21"/>
          <p:cNvSpPr txBox="1"/>
          <p:nvPr>
            <p:ph idx="6" type="body"/>
          </p:nvPr>
        </p:nvSpPr>
        <p:spPr>
          <a:xfrm>
            <a:off x="6991393" y="3593825"/>
            <a:ext cx="17787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41" name="Google Shape;441;p21"/>
          <p:cNvSpPr txBox="1"/>
          <p:nvPr>
            <p:ph idx="7" type="title"/>
          </p:nvPr>
        </p:nvSpPr>
        <p:spPr>
          <a:xfrm>
            <a:off x="6989225" y="3244950"/>
            <a:ext cx="17808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42" name="Google Shape;442;p21"/>
          <p:cNvSpPr txBox="1"/>
          <p:nvPr>
            <p:ph idx="8" type="title"/>
          </p:nvPr>
        </p:nvSpPr>
        <p:spPr>
          <a:xfrm>
            <a:off x="1237363"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3" name="Google Shape;443;p21"/>
          <p:cNvSpPr txBox="1"/>
          <p:nvPr>
            <p:ph idx="9" type="title"/>
          </p:nvPr>
        </p:nvSpPr>
        <p:spPr>
          <a:xfrm>
            <a:off x="160238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21"/>
          <p:cNvSpPr txBox="1"/>
          <p:nvPr>
            <p:ph idx="13" type="title"/>
          </p:nvPr>
        </p:nvSpPr>
        <p:spPr>
          <a:xfrm>
            <a:off x="591443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21"/>
          <p:cNvSpPr txBox="1"/>
          <p:nvPr>
            <p:ph idx="14" type="title"/>
          </p:nvPr>
        </p:nvSpPr>
        <p:spPr>
          <a:xfrm>
            <a:off x="5201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6" name="Google Shape;446;p21"/>
          <p:cNvSpPr txBox="1"/>
          <p:nvPr>
            <p:ph idx="15" type="title"/>
          </p:nvPr>
        </p:nvSpPr>
        <p:spPr>
          <a:xfrm>
            <a:off x="1953575"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7" name="Google Shape;447;p21"/>
          <p:cNvSpPr txBox="1"/>
          <p:nvPr>
            <p:ph idx="16" type="title"/>
          </p:nvPr>
        </p:nvSpPr>
        <p:spPr>
          <a:xfrm>
            <a:off x="2677225" y="1756250"/>
            <a:ext cx="7095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8" name="Google Shape;448;p21"/>
          <p:cNvSpPr txBox="1"/>
          <p:nvPr>
            <p:ph idx="17" type="title"/>
          </p:nvPr>
        </p:nvSpPr>
        <p:spPr>
          <a:xfrm>
            <a:off x="33866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9" name="Google Shape;449;p21"/>
          <p:cNvSpPr txBox="1"/>
          <p:nvPr>
            <p:ph idx="18" type="title"/>
          </p:nvPr>
        </p:nvSpPr>
        <p:spPr>
          <a:xfrm>
            <a:off x="4833800"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0" name="Google Shape;450;p21"/>
          <p:cNvSpPr txBox="1"/>
          <p:nvPr>
            <p:ph idx="19" type="title"/>
          </p:nvPr>
        </p:nvSpPr>
        <p:spPr>
          <a:xfrm>
            <a:off x="55499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1" name="Google Shape;451;p21"/>
          <p:cNvSpPr txBox="1"/>
          <p:nvPr>
            <p:ph idx="20" type="title"/>
          </p:nvPr>
        </p:nvSpPr>
        <p:spPr>
          <a:xfrm>
            <a:off x="6265650"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2" name="Google Shape;452;p21"/>
          <p:cNvSpPr txBox="1"/>
          <p:nvPr>
            <p:ph idx="21" type="title"/>
          </p:nvPr>
        </p:nvSpPr>
        <p:spPr>
          <a:xfrm>
            <a:off x="6989250" y="1756250"/>
            <a:ext cx="710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3" name="Google Shape;453;p21"/>
          <p:cNvSpPr txBox="1"/>
          <p:nvPr>
            <p:ph idx="22" type="title"/>
          </p:nvPr>
        </p:nvSpPr>
        <p:spPr>
          <a:xfrm>
            <a:off x="76998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4" name="Google Shape;454;p21"/>
          <p:cNvSpPr txBox="1"/>
          <p:nvPr>
            <p:ph idx="23" type="title"/>
          </p:nvPr>
        </p:nvSpPr>
        <p:spPr>
          <a:xfrm>
            <a:off x="8416525" y="1756250"/>
            <a:ext cx="7284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5" name="Google Shape;455;p21"/>
          <p:cNvSpPr txBox="1"/>
          <p:nvPr>
            <p:ph idx="2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56" name="Google Shape;456;p21"/>
          <p:cNvSpPr txBox="1"/>
          <p:nvPr>
            <p:ph idx="25"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457" name="Google Shape;457;p21"/>
          <p:cNvSpPr txBox="1"/>
          <p:nvPr>
            <p:ph idx="26"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458" name="Google Shape;458;p2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59" name="Google Shape;459;p2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0" name="Google Shape;460;p2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1" name="Google Shape;461;p21"/>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462" name="Google Shape;462;p21"/>
          <p:cNvSpPr txBox="1"/>
          <p:nvPr>
            <p:ph idx="2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63" name="Google Shape;463;p21"/>
          <p:cNvSpPr txBox="1"/>
          <p:nvPr>
            <p:ph idx="2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64" name="Google Shape;464;p21"/>
          <p:cNvSpPr txBox="1"/>
          <p:nvPr>
            <p:ph idx="29" type="title"/>
          </p:nvPr>
        </p:nvSpPr>
        <p:spPr>
          <a:xfrm>
            <a:off x="3760713"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21"/>
          <p:cNvSpPr txBox="1"/>
          <p:nvPr>
            <p:ph idx="30" type="title"/>
          </p:nvPr>
        </p:nvSpPr>
        <p:spPr>
          <a:xfrm>
            <a:off x="4103475" y="1756250"/>
            <a:ext cx="7311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 ALT 2">
  <p:cSld name="CUSTOM_7_1">
    <p:bg>
      <p:bgPr>
        <a:solidFill>
          <a:schemeClr val="lt2"/>
        </a:solidFill>
      </p:bgPr>
    </p:bg>
    <p:spTree>
      <p:nvGrpSpPr>
        <p:cNvPr id="466" name="Shape 466"/>
        <p:cNvGrpSpPr/>
        <p:nvPr/>
      </p:nvGrpSpPr>
      <p:grpSpPr>
        <a:xfrm>
          <a:off x="0" y="0"/>
          <a:ext cx="0" cy="0"/>
          <a:chOff x="0" y="0"/>
          <a:chExt cx="0" cy="0"/>
        </a:xfrm>
      </p:grpSpPr>
      <p:sp>
        <p:nvSpPr>
          <p:cNvPr id="467" name="Google Shape;467;p22"/>
          <p:cNvSpPr txBox="1"/>
          <p:nvPr>
            <p:ph type="title"/>
          </p:nvPr>
        </p:nvSpPr>
        <p:spPr>
          <a:xfrm>
            <a:off x="77187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68" name="Google Shape;468;p22"/>
          <p:cNvSpPr txBox="1"/>
          <p:nvPr>
            <p:ph idx="2" type="title"/>
          </p:nvPr>
        </p:nvSpPr>
        <p:spPr>
          <a:xfrm>
            <a:off x="843315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69" name="Google Shape;469;p22"/>
          <p:cNvSpPr txBox="1"/>
          <p:nvPr>
            <p:ph idx="3" type="title"/>
          </p:nvPr>
        </p:nvSpPr>
        <p:spPr>
          <a:xfrm>
            <a:off x="4860825"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0" name="Google Shape;470;p22"/>
          <p:cNvSpPr txBox="1"/>
          <p:nvPr>
            <p:ph idx="4" type="title"/>
          </p:nvPr>
        </p:nvSpPr>
        <p:spPr>
          <a:xfrm>
            <a:off x="55752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1" name="Google Shape;471;p22"/>
          <p:cNvSpPr txBox="1"/>
          <p:nvPr>
            <p:ph idx="5" type="title"/>
          </p:nvPr>
        </p:nvSpPr>
        <p:spPr>
          <a:xfrm>
            <a:off x="628968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2" name="Google Shape;472;p22"/>
          <p:cNvSpPr txBox="1"/>
          <p:nvPr>
            <p:ph idx="6" type="title"/>
          </p:nvPr>
        </p:nvSpPr>
        <p:spPr>
          <a:xfrm>
            <a:off x="700410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3" name="Google Shape;473;p22"/>
          <p:cNvSpPr txBox="1"/>
          <p:nvPr>
            <p:ph idx="7" type="title"/>
          </p:nvPr>
        </p:nvSpPr>
        <p:spPr>
          <a:xfrm>
            <a:off x="2709475" y="1307850"/>
            <a:ext cx="806700" cy="4377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74" name="Google Shape;474;p22"/>
          <p:cNvSpPr txBox="1"/>
          <p:nvPr>
            <p:ph idx="8" type="title"/>
          </p:nvPr>
        </p:nvSpPr>
        <p:spPr>
          <a:xfrm>
            <a:off x="3516175" y="1307575"/>
            <a:ext cx="1344600" cy="4380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75" name="Google Shape;475;p2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76" name="Google Shape;476;p22"/>
          <p:cNvSpPr txBox="1"/>
          <p:nvPr>
            <p:ph idx="9"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477" name="Google Shape;477;p22"/>
          <p:cNvSpPr txBox="1"/>
          <p:nvPr>
            <p:ph idx="13"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478" name="Google Shape;478;p2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79" name="Google Shape;479;p2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80" name="Google Shape;480;p2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81" name="Google Shape;481;p22"/>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82" name="Google Shape;482;p22"/>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83" name="Google Shape;483;p22"/>
          <p:cNvSpPr/>
          <p:nvPr/>
        </p:nvSpPr>
        <p:spPr>
          <a:xfrm rot="-5400000">
            <a:off x="1615375" y="2839725"/>
            <a:ext cx="2994900" cy="8067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484" name="Google Shape;484;p22"/>
          <p:cNvSpPr/>
          <p:nvPr>
            <p:ph idx="16" type="pic"/>
          </p:nvPr>
        </p:nvSpPr>
        <p:spPr>
          <a:xfrm>
            <a:off x="2874250" y="1809100"/>
            <a:ext cx="205200" cy="205200"/>
          </a:xfrm>
          <a:prstGeom prst="ellipse">
            <a:avLst/>
          </a:prstGeom>
          <a:noFill/>
          <a:ln>
            <a:noFill/>
          </a:ln>
        </p:spPr>
      </p:sp>
      <p:sp>
        <p:nvSpPr>
          <p:cNvPr id="485" name="Google Shape;485;p22"/>
          <p:cNvSpPr txBox="1"/>
          <p:nvPr>
            <p:ph idx="17" type="title"/>
          </p:nvPr>
        </p:nvSpPr>
        <p:spPr>
          <a:xfrm>
            <a:off x="521250" y="17457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86" name="Google Shape;486;p22"/>
          <p:cNvSpPr txBox="1"/>
          <p:nvPr>
            <p:ph idx="18" type="title"/>
          </p:nvPr>
        </p:nvSpPr>
        <p:spPr>
          <a:xfrm>
            <a:off x="521250" y="2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7" name="Google Shape;487;p22"/>
          <p:cNvSpPr txBox="1"/>
          <p:nvPr>
            <p:ph idx="19" type="title"/>
          </p:nvPr>
        </p:nvSpPr>
        <p:spPr>
          <a:xfrm>
            <a:off x="521250" y="24113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8" name="Google Shape;488;p22"/>
          <p:cNvSpPr txBox="1"/>
          <p:nvPr>
            <p:ph idx="20" type="title"/>
          </p:nvPr>
        </p:nvSpPr>
        <p:spPr>
          <a:xfrm>
            <a:off x="521250" y="27441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9" name="Google Shape;489;p22"/>
          <p:cNvSpPr txBox="1"/>
          <p:nvPr>
            <p:ph idx="21" type="title"/>
          </p:nvPr>
        </p:nvSpPr>
        <p:spPr>
          <a:xfrm>
            <a:off x="521250" y="3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90" name="Google Shape;490;p22"/>
          <p:cNvSpPr txBox="1"/>
          <p:nvPr>
            <p:ph idx="22" type="title"/>
          </p:nvPr>
        </p:nvSpPr>
        <p:spPr>
          <a:xfrm>
            <a:off x="521250" y="34097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1" name="Google Shape;491;p22"/>
          <p:cNvSpPr txBox="1"/>
          <p:nvPr>
            <p:ph idx="23" type="title"/>
          </p:nvPr>
        </p:nvSpPr>
        <p:spPr>
          <a:xfrm>
            <a:off x="521250" y="37425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2" name="Google Shape;492;p22"/>
          <p:cNvSpPr txBox="1"/>
          <p:nvPr>
            <p:ph idx="24" type="title"/>
          </p:nvPr>
        </p:nvSpPr>
        <p:spPr>
          <a:xfrm>
            <a:off x="521250" y="40753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3" name="Google Shape;493;p22"/>
          <p:cNvSpPr txBox="1"/>
          <p:nvPr>
            <p:ph idx="25" type="title"/>
          </p:nvPr>
        </p:nvSpPr>
        <p:spPr>
          <a:xfrm>
            <a:off x="521250" y="44081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94" name="Google Shape;494;p22"/>
          <p:cNvSpPr/>
          <p:nvPr>
            <p:ph idx="26" type="pic"/>
          </p:nvPr>
        </p:nvSpPr>
        <p:spPr>
          <a:xfrm>
            <a:off x="3146200" y="1809100"/>
            <a:ext cx="205200" cy="205200"/>
          </a:xfrm>
          <a:prstGeom prst="ellipse">
            <a:avLst/>
          </a:prstGeom>
          <a:noFill/>
          <a:ln>
            <a:noFill/>
          </a:ln>
        </p:spPr>
      </p:sp>
      <p:sp>
        <p:nvSpPr>
          <p:cNvPr id="495" name="Google Shape;495;p22"/>
          <p:cNvSpPr/>
          <p:nvPr>
            <p:ph idx="27" type="pic"/>
          </p:nvPr>
        </p:nvSpPr>
        <p:spPr>
          <a:xfrm>
            <a:off x="2874250" y="2139875"/>
            <a:ext cx="205200" cy="205200"/>
          </a:xfrm>
          <a:prstGeom prst="ellipse">
            <a:avLst/>
          </a:prstGeom>
          <a:noFill/>
          <a:ln>
            <a:noFill/>
          </a:ln>
        </p:spPr>
      </p:sp>
      <p:sp>
        <p:nvSpPr>
          <p:cNvPr id="496" name="Google Shape;496;p22"/>
          <p:cNvSpPr/>
          <p:nvPr>
            <p:ph idx="28" type="pic"/>
          </p:nvPr>
        </p:nvSpPr>
        <p:spPr>
          <a:xfrm>
            <a:off x="3146200" y="2139875"/>
            <a:ext cx="205200" cy="205200"/>
          </a:xfrm>
          <a:prstGeom prst="ellipse">
            <a:avLst/>
          </a:prstGeom>
          <a:noFill/>
          <a:ln>
            <a:noFill/>
          </a:ln>
        </p:spPr>
      </p:sp>
      <p:sp>
        <p:nvSpPr>
          <p:cNvPr id="497" name="Google Shape;497;p22"/>
          <p:cNvSpPr/>
          <p:nvPr>
            <p:ph idx="29" type="pic"/>
          </p:nvPr>
        </p:nvSpPr>
        <p:spPr>
          <a:xfrm>
            <a:off x="2874250" y="2470650"/>
            <a:ext cx="205200" cy="205200"/>
          </a:xfrm>
          <a:prstGeom prst="ellipse">
            <a:avLst/>
          </a:prstGeom>
          <a:noFill/>
          <a:ln>
            <a:noFill/>
          </a:ln>
        </p:spPr>
      </p:sp>
      <p:sp>
        <p:nvSpPr>
          <p:cNvPr id="498" name="Google Shape;498;p22"/>
          <p:cNvSpPr/>
          <p:nvPr>
            <p:ph idx="30" type="pic"/>
          </p:nvPr>
        </p:nvSpPr>
        <p:spPr>
          <a:xfrm>
            <a:off x="2874250" y="2785775"/>
            <a:ext cx="205200" cy="205200"/>
          </a:xfrm>
          <a:prstGeom prst="ellipse">
            <a:avLst/>
          </a:prstGeom>
          <a:noFill/>
          <a:ln>
            <a:noFill/>
          </a:ln>
        </p:spPr>
      </p:sp>
      <p:sp>
        <p:nvSpPr>
          <p:cNvPr id="499" name="Google Shape;499;p22"/>
          <p:cNvSpPr/>
          <p:nvPr>
            <p:ph idx="31" type="pic"/>
          </p:nvPr>
        </p:nvSpPr>
        <p:spPr>
          <a:xfrm>
            <a:off x="2874250" y="3140725"/>
            <a:ext cx="205200" cy="205200"/>
          </a:xfrm>
          <a:prstGeom prst="ellipse">
            <a:avLst/>
          </a:prstGeom>
          <a:noFill/>
          <a:ln>
            <a:noFill/>
          </a:ln>
        </p:spPr>
      </p:sp>
      <p:sp>
        <p:nvSpPr>
          <p:cNvPr id="500" name="Google Shape;500;p22"/>
          <p:cNvSpPr/>
          <p:nvPr>
            <p:ph idx="32" type="pic"/>
          </p:nvPr>
        </p:nvSpPr>
        <p:spPr>
          <a:xfrm>
            <a:off x="3146200" y="3140725"/>
            <a:ext cx="205200" cy="205200"/>
          </a:xfrm>
          <a:prstGeom prst="ellipse">
            <a:avLst/>
          </a:prstGeom>
          <a:noFill/>
          <a:ln>
            <a:noFill/>
          </a:ln>
        </p:spPr>
      </p:sp>
      <p:sp>
        <p:nvSpPr>
          <p:cNvPr id="501" name="Google Shape;501;p22"/>
          <p:cNvSpPr/>
          <p:nvPr>
            <p:ph idx="33" type="pic"/>
          </p:nvPr>
        </p:nvSpPr>
        <p:spPr>
          <a:xfrm>
            <a:off x="2874250" y="3468663"/>
            <a:ext cx="205200" cy="205200"/>
          </a:xfrm>
          <a:prstGeom prst="ellipse">
            <a:avLst/>
          </a:prstGeom>
          <a:noFill/>
          <a:ln>
            <a:noFill/>
          </a:ln>
        </p:spPr>
      </p:sp>
      <p:sp>
        <p:nvSpPr>
          <p:cNvPr id="502" name="Google Shape;502;p22"/>
          <p:cNvSpPr/>
          <p:nvPr>
            <p:ph idx="34" type="pic"/>
          </p:nvPr>
        </p:nvSpPr>
        <p:spPr>
          <a:xfrm>
            <a:off x="2874250" y="3806350"/>
            <a:ext cx="205200" cy="205200"/>
          </a:xfrm>
          <a:prstGeom prst="ellipse">
            <a:avLst/>
          </a:prstGeom>
          <a:noFill/>
          <a:ln>
            <a:noFill/>
          </a:ln>
        </p:spPr>
      </p:sp>
      <p:sp>
        <p:nvSpPr>
          <p:cNvPr id="503" name="Google Shape;503;p22"/>
          <p:cNvSpPr/>
          <p:nvPr>
            <p:ph idx="35" type="pic"/>
          </p:nvPr>
        </p:nvSpPr>
        <p:spPr>
          <a:xfrm>
            <a:off x="3146200" y="3806350"/>
            <a:ext cx="205200" cy="205200"/>
          </a:xfrm>
          <a:prstGeom prst="ellipse">
            <a:avLst/>
          </a:prstGeom>
          <a:noFill/>
          <a:ln>
            <a:noFill/>
          </a:ln>
        </p:spPr>
      </p:sp>
      <p:sp>
        <p:nvSpPr>
          <p:cNvPr id="504" name="Google Shape;504;p22"/>
          <p:cNvSpPr/>
          <p:nvPr>
            <p:ph idx="36" type="pic"/>
          </p:nvPr>
        </p:nvSpPr>
        <p:spPr>
          <a:xfrm>
            <a:off x="2874250" y="4134025"/>
            <a:ext cx="205200" cy="205200"/>
          </a:xfrm>
          <a:prstGeom prst="ellipse">
            <a:avLst/>
          </a:prstGeom>
          <a:noFill/>
          <a:ln>
            <a:noFill/>
          </a:ln>
        </p:spPr>
      </p:sp>
      <p:sp>
        <p:nvSpPr>
          <p:cNvPr id="505" name="Google Shape;505;p22"/>
          <p:cNvSpPr/>
          <p:nvPr>
            <p:ph idx="37" type="pic"/>
          </p:nvPr>
        </p:nvSpPr>
        <p:spPr>
          <a:xfrm>
            <a:off x="2874250" y="4471963"/>
            <a:ext cx="205200" cy="205200"/>
          </a:xfrm>
          <a:prstGeom prst="ellipse">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3">
  <p:cSld name="BLANK_1_1_1_1_1_1_1_1_1_1_1_2_1">
    <p:bg>
      <p:bgPr>
        <a:solidFill>
          <a:schemeClr val="dk2"/>
        </a:solidFill>
      </p:bgPr>
    </p:bg>
    <p:spTree>
      <p:nvGrpSpPr>
        <p:cNvPr id="506" name="Shape 506"/>
        <p:cNvGrpSpPr/>
        <p:nvPr/>
      </p:nvGrpSpPr>
      <p:grpSpPr>
        <a:xfrm>
          <a:off x="0" y="0"/>
          <a:ext cx="0" cy="0"/>
          <a:chOff x="0" y="0"/>
          <a:chExt cx="0" cy="0"/>
        </a:xfrm>
      </p:grpSpPr>
      <p:sp>
        <p:nvSpPr>
          <p:cNvPr id="507" name="Google Shape;507;p23"/>
          <p:cNvSpPr txBox="1"/>
          <p:nvPr>
            <p:ph type="title"/>
          </p:nvPr>
        </p:nvSpPr>
        <p:spPr>
          <a:xfrm>
            <a:off x="2952000"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08" name="Google Shape;508;p23"/>
          <p:cNvSpPr txBox="1"/>
          <p:nvPr>
            <p:ph idx="2" type="title"/>
          </p:nvPr>
        </p:nvSpPr>
        <p:spPr>
          <a:xfrm>
            <a:off x="104265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09" name="Google Shape;509;p23"/>
          <p:cNvSpPr txBox="1"/>
          <p:nvPr>
            <p:ph idx="3" type="title"/>
          </p:nvPr>
        </p:nvSpPr>
        <p:spPr>
          <a:xfrm>
            <a:off x="486780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10" name="Google Shape;510;p23"/>
          <p:cNvSpPr txBox="1"/>
          <p:nvPr>
            <p:ph idx="4" type="title"/>
          </p:nvPr>
        </p:nvSpPr>
        <p:spPr>
          <a:xfrm>
            <a:off x="6772025"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11" name="Google Shape;511;p23"/>
          <p:cNvSpPr txBox="1"/>
          <p:nvPr>
            <p:ph idx="1" type="subTitle"/>
          </p:nvPr>
        </p:nvSpPr>
        <p:spPr>
          <a:xfrm>
            <a:off x="29514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2" name="Google Shape;512;p23"/>
          <p:cNvSpPr txBox="1"/>
          <p:nvPr>
            <p:ph idx="5" type="body"/>
          </p:nvPr>
        </p:nvSpPr>
        <p:spPr>
          <a:xfrm>
            <a:off x="29536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3" name="Google Shape;513;p23"/>
          <p:cNvSpPr txBox="1"/>
          <p:nvPr>
            <p:ph idx="6" type="subTitle"/>
          </p:nvPr>
        </p:nvSpPr>
        <p:spPr>
          <a:xfrm>
            <a:off x="104208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4" name="Google Shape;514;p23"/>
          <p:cNvSpPr txBox="1"/>
          <p:nvPr>
            <p:ph idx="7" type="subTitle"/>
          </p:nvPr>
        </p:nvSpPr>
        <p:spPr>
          <a:xfrm>
            <a:off x="48672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5" name="Google Shape;515;p23"/>
          <p:cNvSpPr txBox="1"/>
          <p:nvPr>
            <p:ph idx="8" type="body"/>
          </p:nvPr>
        </p:nvSpPr>
        <p:spPr>
          <a:xfrm>
            <a:off x="104430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6" name="Google Shape;516;p23"/>
          <p:cNvSpPr txBox="1"/>
          <p:nvPr>
            <p:ph idx="9" type="body"/>
          </p:nvPr>
        </p:nvSpPr>
        <p:spPr>
          <a:xfrm>
            <a:off x="48694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7" name="Google Shape;517;p23"/>
          <p:cNvSpPr txBox="1"/>
          <p:nvPr>
            <p:ph idx="13" type="subTitle"/>
          </p:nvPr>
        </p:nvSpPr>
        <p:spPr>
          <a:xfrm>
            <a:off x="6771474" y="2726250"/>
            <a:ext cx="18468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8" name="Google Shape;518;p23"/>
          <p:cNvSpPr txBox="1"/>
          <p:nvPr>
            <p:ph idx="14" type="body"/>
          </p:nvPr>
        </p:nvSpPr>
        <p:spPr>
          <a:xfrm>
            <a:off x="6773613" y="3368600"/>
            <a:ext cx="18468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9" name="Google Shape;519;p23"/>
          <p:cNvSpPr txBox="1"/>
          <p:nvPr>
            <p:ph idx="15"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520" name="Google Shape;520;p23"/>
          <p:cNvSpPr txBox="1"/>
          <p:nvPr>
            <p:ph idx="16"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21" name="Google Shape;521;p23"/>
          <p:cNvSpPr txBox="1"/>
          <p:nvPr>
            <p:ph idx="1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22" name="Google Shape;522;p23"/>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523" name="Google Shape;523;p23"/>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sp>
        <p:nvSpPr>
          <p:cNvPr id="524" name="Google Shape;524;p23"/>
          <p:cNvSpPr txBox="1"/>
          <p:nvPr>
            <p:ph idx="19" type="title"/>
          </p:nvPr>
        </p:nvSpPr>
        <p:spPr>
          <a:xfrm flipH="1">
            <a:off x="1046200" y="772500"/>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ing slide">
  <p:cSld name="CUSTOM_8">
    <p:bg>
      <p:bgPr>
        <a:solidFill>
          <a:schemeClr val="lt2"/>
        </a:solidFill>
      </p:bgPr>
    </p:bg>
    <p:spTree>
      <p:nvGrpSpPr>
        <p:cNvPr id="525" name="Shape 525"/>
        <p:cNvGrpSpPr/>
        <p:nvPr/>
      </p:nvGrpSpPr>
      <p:grpSpPr>
        <a:xfrm>
          <a:off x="0" y="0"/>
          <a:ext cx="0" cy="0"/>
          <a:chOff x="0" y="0"/>
          <a:chExt cx="0" cy="0"/>
        </a:xfrm>
      </p:grpSpPr>
      <p:cxnSp>
        <p:nvCxnSpPr>
          <p:cNvPr id="526" name="Google Shape;526;p24"/>
          <p:cNvCxnSpPr/>
          <p:nvPr/>
        </p:nvCxnSpPr>
        <p:spPr>
          <a:xfrm rot="10800000">
            <a:off x="1040500" y="3903425"/>
            <a:ext cx="7582200" cy="0"/>
          </a:xfrm>
          <a:prstGeom prst="straightConnector1">
            <a:avLst/>
          </a:prstGeom>
          <a:noFill/>
          <a:ln cap="flat" cmpd="sng" w="9525">
            <a:solidFill>
              <a:schemeClr val="lt1"/>
            </a:solidFill>
            <a:prstDash val="solid"/>
            <a:round/>
            <a:headEnd len="sm" w="sm" type="none"/>
            <a:tailEnd len="sm" w="sm" type="none"/>
          </a:ln>
        </p:spPr>
      </p:cxnSp>
      <p:sp>
        <p:nvSpPr>
          <p:cNvPr id="527" name="Google Shape;527;p24"/>
          <p:cNvSpPr txBox="1"/>
          <p:nvPr>
            <p:ph idx="1"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SzPts val="800"/>
              <a:buFont typeface="Inter"/>
              <a:buNone/>
              <a:defRPr sz="800"/>
            </a:lvl1pPr>
            <a:lvl2pPr lvl="1">
              <a:spcBef>
                <a:spcPts val="0"/>
              </a:spcBef>
              <a:spcAft>
                <a:spcPts val="0"/>
              </a:spcAft>
              <a:buSzPts val="800"/>
              <a:buFont typeface="Inter"/>
              <a:buNone/>
              <a:defRPr sz="800"/>
            </a:lvl2pPr>
            <a:lvl3pPr lvl="2">
              <a:spcBef>
                <a:spcPts val="0"/>
              </a:spcBef>
              <a:spcAft>
                <a:spcPts val="0"/>
              </a:spcAft>
              <a:buSzPts val="800"/>
              <a:buFont typeface="Inter"/>
              <a:buNone/>
              <a:defRPr sz="800"/>
            </a:lvl3pPr>
            <a:lvl4pPr lvl="3">
              <a:spcBef>
                <a:spcPts val="0"/>
              </a:spcBef>
              <a:spcAft>
                <a:spcPts val="0"/>
              </a:spcAft>
              <a:buSzPts val="800"/>
              <a:buFont typeface="Inter"/>
              <a:buNone/>
              <a:defRPr sz="800"/>
            </a:lvl4pPr>
            <a:lvl5pPr lvl="4">
              <a:spcBef>
                <a:spcPts val="0"/>
              </a:spcBef>
              <a:spcAft>
                <a:spcPts val="0"/>
              </a:spcAft>
              <a:buSzPts val="800"/>
              <a:buFont typeface="Inter"/>
              <a:buNone/>
              <a:defRPr sz="800"/>
            </a:lvl5pPr>
            <a:lvl6pPr lvl="5">
              <a:spcBef>
                <a:spcPts val="0"/>
              </a:spcBef>
              <a:spcAft>
                <a:spcPts val="0"/>
              </a:spcAft>
              <a:buSzPts val="800"/>
              <a:buFont typeface="Inter"/>
              <a:buNone/>
              <a:defRPr sz="800"/>
            </a:lvl6pPr>
            <a:lvl7pPr lvl="6">
              <a:spcBef>
                <a:spcPts val="0"/>
              </a:spcBef>
              <a:spcAft>
                <a:spcPts val="0"/>
              </a:spcAft>
              <a:buSzPts val="800"/>
              <a:buFont typeface="Inter"/>
              <a:buNone/>
              <a:defRPr sz="800"/>
            </a:lvl7pPr>
            <a:lvl8pPr lvl="7">
              <a:spcBef>
                <a:spcPts val="0"/>
              </a:spcBef>
              <a:spcAft>
                <a:spcPts val="0"/>
              </a:spcAft>
              <a:buSzPts val="800"/>
              <a:buFont typeface="Inter"/>
              <a:buNone/>
              <a:defRPr sz="800"/>
            </a:lvl8pPr>
            <a:lvl9pPr lvl="8">
              <a:spcBef>
                <a:spcPts val="0"/>
              </a:spcBef>
              <a:spcAft>
                <a:spcPts val="0"/>
              </a:spcAft>
              <a:buSzPts val="800"/>
              <a:buFont typeface="Inter"/>
              <a:buNone/>
              <a:defRPr sz="800"/>
            </a:lvl9pPr>
          </a:lstStyle>
          <a:p/>
        </p:txBody>
      </p:sp>
      <p:sp>
        <p:nvSpPr>
          <p:cNvPr id="528" name="Google Shape;528;p24"/>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529" name="Google Shape;529;p24"/>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cxnSp>
        <p:nvCxnSpPr>
          <p:cNvPr id="530" name="Google Shape;530;p2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31" name="Google Shape;531;p2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32" name="Google Shape;532;p24"/>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533" name="Google Shape;533;p2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34" name="Google Shape;534;p2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535" name="Google Shape;535;p24"/>
          <p:cNvSpPr txBox="1"/>
          <p:nvPr>
            <p:ph idx="4" type="body"/>
          </p:nvPr>
        </p:nvSpPr>
        <p:spPr>
          <a:xfrm>
            <a:off x="1821800" y="3903425"/>
            <a:ext cx="4167900" cy="779700"/>
          </a:xfrm>
          <a:prstGeom prst="rect">
            <a:avLst/>
          </a:prstGeom>
        </p:spPr>
        <p:txBody>
          <a:bodyPr anchorCtr="0" anchor="ctr" bIns="0" lIns="274300" spcFirstLastPara="1" rIns="182875"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cxnSp>
        <p:nvCxnSpPr>
          <p:cNvPr id="536" name="Google Shape;536;p24"/>
          <p:cNvCxnSpPr/>
          <p:nvPr/>
        </p:nvCxnSpPr>
        <p:spPr>
          <a:xfrm rot="10800000">
            <a:off x="1040500" y="4683125"/>
            <a:ext cx="7582200" cy="0"/>
          </a:xfrm>
          <a:prstGeom prst="straightConnector1">
            <a:avLst/>
          </a:prstGeom>
          <a:noFill/>
          <a:ln cap="flat" cmpd="sng" w="9525">
            <a:solidFill>
              <a:schemeClr val="lt1"/>
            </a:solidFill>
            <a:prstDash val="solid"/>
            <a:round/>
            <a:headEnd len="sm" w="sm" type="none"/>
            <a:tailEnd len="sm" w="sm" type="none"/>
          </a:ln>
        </p:spPr>
      </p:cxnSp>
      <p:sp>
        <p:nvSpPr>
          <p:cNvPr id="537" name="Google Shape;537;p24"/>
          <p:cNvSpPr/>
          <p:nvPr>
            <p:ph idx="5" type="pic"/>
          </p:nvPr>
        </p:nvSpPr>
        <p:spPr>
          <a:xfrm>
            <a:off x="1046150" y="3907375"/>
            <a:ext cx="771600" cy="771600"/>
          </a:xfrm>
          <a:prstGeom prst="rect">
            <a:avLst/>
          </a:prstGeom>
          <a:noFill/>
          <a:ln>
            <a:noFill/>
          </a:ln>
        </p:spPr>
      </p:sp>
      <p:sp>
        <p:nvSpPr>
          <p:cNvPr id="538" name="Google Shape;538;p24"/>
          <p:cNvSpPr txBox="1"/>
          <p:nvPr>
            <p:ph type="title"/>
          </p:nvPr>
        </p:nvSpPr>
        <p:spPr>
          <a:xfrm flipH="1">
            <a:off x="1046200" y="722375"/>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SzPts val="5500"/>
              <a:buFont typeface="Gowun Batang"/>
              <a:buNone/>
              <a:defRPr sz="5500"/>
            </a:lvl1pPr>
            <a:lvl2pPr lvl="1">
              <a:lnSpc>
                <a:spcPct val="80000"/>
              </a:lnSpc>
              <a:spcBef>
                <a:spcPts val="0"/>
              </a:spcBef>
              <a:spcAft>
                <a:spcPts val="0"/>
              </a:spcAft>
              <a:buSzPts val="5500"/>
              <a:buNone/>
              <a:defRPr sz="5500"/>
            </a:lvl2pPr>
            <a:lvl3pPr lvl="2">
              <a:lnSpc>
                <a:spcPct val="80000"/>
              </a:lnSpc>
              <a:spcBef>
                <a:spcPts val="0"/>
              </a:spcBef>
              <a:spcAft>
                <a:spcPts val="0"/>
              </a:spcAft>
              <a:buSzPts val="5500"/>
              <a:buNone/>
              <a:defRPr sz="5500"/>
            </a:lvl3pPr>
            <a:lvl4pPr lvl="3">
              <a:lnSpc>
                <a:spcPct val="80000"/>
              </a:lnSpc>
              <a:spcBef>
                <a:spcPts val="0"/>
              </a:spcBef>
              <a:spcAft>
                <a:spcPts val="0"/>
              </a:spcAft>
              <a:buSzPts val="5500"/>
              <a:buNone/>
              <a:defRPr sz="5500"/>
            </a:lvl4pPr>
            <a:lvl5pPr lvl="4">
              <a:lnSpc>
                <a:spcPct val="80000"/>
              </a:lnSpc>
              <a:spcBef>
                <a:spcPts val="0"/>
              </a:spcBef>
              <a:spcAft>
                <a:spcPts val="0"/>
              </a:spcAft>
              <a:buSzPts val="5500"/>
              <a:buNone/>
              <a:defRPr sz="5500"/>
            </a:lvl5pPr>
            <a:lvl6pPr lvl="5">
              <a:lnSpc>
                <a:spcPct val="80000"/>
              </a:lnSpc>
              <a:spcBef>
                <a:spcPts val="0"/>
              </a:spcBef>
              <a:spcAft>
                <a:spcPts val="0"/>
              </a:spcAft>
              <a:buSzPts val="5500"/>
              <a:buNone/>
              <a:defRPr sz="5500"/>
            </a:lvl6pPr>
            <a:lvl7pPr lvl="6">
              <a:lnSpc>
                <a:spcPct val="80000"/>
              </a:lnSpc>
              <a:spcBef>
                <a:spcPts val="0"/>
              </a:spcBef>
              <a:spcAft>
                <a:spcPts val="0"/>
              </a:spcAft>
              <a:buSzPts val="5500"/>
              <a:buNone/>
              <a:defRPr sz="5500"/>
            </a:lvl7pPr>
            <a:lvl8pPr lvl="7">
              <a:lnSpc>
                <a:spcPct val="80000"/>
              </a:lnSpc>
              <a:spcBef>
                <a:spcPts val="0"/>
              </a:spcBef>
              <a:spcAft>
                <a:spcPts val="0"/>
              </a:spcAft>
              <a:buSzPts val="5500"/>
              <a:buNone/>
              <a:defRPr sz="5500"/>
            </a:lvl8pPr>
            <a:lvl9pPr lvl="8">
              <a:lnSpc>
                <a:spcPct val="80000"/>
              </a:lnSpc>
              <a:spcBef>
                <a:spcPts val="0"/>
              </a:spcBef>
              <a:spcAft>
                <a:spcPts val="0"/>
              </a:spcAft>
              <a:buSzPts val="5500"/>
              <a:buNone/>
              <a:defRPr sz="55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cSld name="BLANK_4">
    <p:bg>
      <p:bgPr>
        <a:solidFill>
          <a:schemeClr val="lt1"/>
        </a:solidFill>
      </p:bgPr>
    </p:bg>
    <p:spTree>
      <p:nvGrpSpPr>
        <p:cNvPr id="539" name="Shape 539"/>
        <p:cNvGrpSpPr/>
        <p:nvPr/>
      </p:nvGrpSpPr>
      <p:grpSpPr>
        <a:xfrm>
          <a:off x="0" y="0"/>
          <a:ext cx="0" cy="0"/>
          <a:chOff x="0" y="0"/>
          <a:chExt cx="0" cy="0"/>
        </a:xfrm>
      </p:grpSpPr>
      <p:grpSp>
        <p:nvGrpSpPr>
          <p:cNvPr id="540" name="Google Shape;540;p25"/>
          <p:cNvGrpSpPr/>
          <p:nvPr/>
        </p:nvGrpSpPr>
        <p:grpSpPr>
          <a:xfrm>
            <a:off x="-800" y="-150"/>
            <a:ext cx="9145250" cy="5144250"/>
            <a:chOff x="-800" y="-150"/>
            <a:chExt cx="9145250" cy="5144250"/>
          </a:xfrm>
        </p:grpSpPr>
        <p:cxnSp>
          <p:nvCxnSpPr>
            <p:cNvPr id="541" name="Google Shape;541;p25"/>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42" name="Google Shape;542;p25"/>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3" name="Google Shape;543;p25"/>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544" name="Google Shape;544;p25"/>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545" name="Google Shape;545;p25"/>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6" name="Google Shape;546;p25"/>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7" name="Google Shape;547;p25"/>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548" name="Google Shape;548;p25"/>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549" name="Google Shape;549;p25"/>
          <p:cNvSpPr txBox="1"/>
          <p:nvPr>
            <p:ph idx="1"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
    <p:bg>
      <p:bgPr>
        <a:solidFill>
          <a:schemeClr val="lt2"/>
        </a:solidFill>
      </p:bgPr>
    </p:bg>
    <p:spTree>
      <p:nvGrpSpPr>
        <p:cNvPr id="550" name="Shape 550"/>
        <p:cNvGrpSpPr/>
        <p:nvPr/>
      </p:nvGrpSpPr>
      <p:grpSpPr>
        <a:xfrm>
          <a:off x="0" y="0"/>
          <a:ext cx="0" cy="0"/>
          <a:chOff x="0" y="0"/>
          <a:chExt cx="0" cy="0"/>
        </a:xfrm>
      </p:grpSpPr>
      <p:grpSp>
        <p:nvGrpSpPr>
          <p:cNvPr id="551" name="Google Shape;551;p26"/>
          <p:cNvGrpSpPr/>
          <p:nvPr/>
        </p:nvGrpSpPr>
        <p:grpSpPr>
          <a:xfrm rot="5400000">
            <a:off x="596065" y="4459673"/>
            <a:ext cx="369896" cy="333900"/>
            <a:chOff x="96076" y="654376"/>
            <a:chExt cx="369896" cy="333900"/>
          </a:xfrm>
        </p:grpSpPr>
        <p:cxnSp>
          <p:nvCxnSpPr>
            <p:cNvPr id="552" name="Google Shape;552;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53" name="Google Shape;553;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54" name="Google Shape;554;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55" name="Google Shape;555;p26"/>
          <p:cNvGrpSpPr/>
          <p:nvPr/>
        </p:nvGrpSpPr>
        <p:grpSpPr>
          <a:xfrm rot="5400000">
            <a:off x="596065" y="3723173"/>
            <a:ext cx="369896" cy="333900"/>
            <a:chOff x="96076" y="654376"/>
            <a:chExt cx="369896" cy="333900"/>
          </a:xfrm>
        </p:grpSpPr>
        <p:cxnSp>
          <p:nvCxnSpPr>
            <p:cNvPr id="556" name="Google Shape;556;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57" name="Google Shape;557;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58" name="Google Shape;558;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59" name="Google Shape;559;p26"/>
          <p:cNvGrpSpPr/>
          <p:nvPr/>
        </p:nvGrpSpPr>
        <p:grpSpPr>
          <a:xfrm rot="5400000">
            <a:off x="596065" y="2986673"/>
            <a:ext cx="369896" cy="333900"/>
            <a:chOff x="96076" y="654376"/>
            <a:chExt cx="369896" cy="333900"/>
          </a:xfrm>
        </p:grpSpPr>
        <p:cxnSp>
          <p:nvCxnSpPr>
            <p:cNvPr id="560" name="Google Shape;560;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1" name="Google Shape;561;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62" name="Google Shape;562;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63" name="Google Shape;563;p26"/>
          <p:cNvGrpSpPr/>
          <p:nvPr/>
        </p:nvGrpSpPr>
        <p:grpSpPr>
          <a:xfrm rot="5400000">
            <a:off x="596065" y="2250173"/>
            <a:ext cx="369896" cy="333900"/>
            <a:chOff x="96076" y="654376"/>
            <a:chExt cx="369896" cy="333900"/>
          </a:xfrm>
        </p:grpSpPr>
        <p:cxnSp>
          <p:nvCxnSpPr>
            <p:cNvPr id="564" name="Google Shape;564;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5" name="Google Shape;565;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66" name="Google Shape;566;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67" name="Google Shape;567;p26"/>
          <p:cNvGrpSpPr/>
          <p:nvPr/>
        </p:nvGrpSpPr>
        <p:grpSpPr>
          <a:xfrm rot="5400000">
            <a:off x="594827" y="1513673"/>
            <a:ext cx="369896" cy="333900"/>
            <a:chOff x="96076" y="654376"/>
            <a:chExt cx="369896" cy="333900"/>
          </a:xfrm>
        </p:grpSpPr>
        <p:cxnSp>
          <p:nvCxnSpPr>
            <p:cNvPr id="568" name="Google Shape;568;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9" name="Google Shape;569;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70" name="Google Shape;570;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71" name="Google Shape;571;p26"/>
          <p:cNvGrpSpPr/>
          <p:nvPr/>
        </p:nvGrpSpPr>
        <p:grpSpPr>
          <a:xfrm rot="5400000">
            <a:off x="594827" y="777173"/>
            <a:ext cx="369896" cy="333900"/>
            <a:chOff x="96076" y="654376"/>
            <a:chExt cx="369896" cy="333900"/>
          </a:xfrm>
        </p:grpSpPr>
        <p:cxnSp>
          <p:nvCxnSpPr>
            <p:cNvPr id="572" name="Google Shape;572;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73" name="Google Shape;573;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74" name="Google Shape;574;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575" name="Google Shape;575;p2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76" name="Google Shape;576;p2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7" name="Google Shape;577;p2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8" name="Google Shape;578;p2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79" name="Google Shape;579;p2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580" name="Google Shape;580;p26"/>
          <p:cNvSpPr txBox="1"/>
          <p:nvPr>
            <p:ph type="title"/>
          </p:nvPr>
        </p:nvSpPr>
        <p:spPr>
          <a:xfrm>
            <a:off x="1042100" y="334925"/>
            <a:ext cx="7576500" cy="329700"/>
          </a:xfrm>
          <a:prstGeom prst="rect">
            <a:avLst/>
          </a:prstGeom>
        </p:spPr>
        <p:txBody>
          <a:bodyPr anchorCtr="0" anchor="ctr" bIns="0" lIns="274300" spcFirstLastPara="1" rIns="91425" wrap="square" tIns="91425">
            <a:normAutofit/>
          </a:bodyPr>
          <a:lstStyle>
            <a:lvl1pPr lvl="0">
              <a:lnSpc>
                <a:spcPct val="115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cxnSp>
        <p:nvCxnSpPr>
          <p:cNvPr id="581" name="Google Shape;581;p26"/>
          <p:cNvCxnSpPr/>
          <p:nvPr/>
        </p:nvCxnSpPr>
        <p:spPr>
          <a:xfrm>
            <a:off x="1045950" y="2053193"/>
            <a:ext cx="8098500" cy="0"/>
          </a:xfrm>
          <a:prstGeom prst="straightConnector1">
            <a:avLst/>
          </a:prstGeom>
          <a:noFill/>
          <a:ln cap="flat" cmpd="sng" w="9525">
            <a:solidFill>
              <a:schemeClr val="lt1"/>
            </a:solidFill>
            <a:prstDash val="solid"/>
            <a:round/>
            <a:headEnd len="sm" w="sm" type="none"/>
            <a:tailEnd len="sm" w="sm" type="none"/>
          </a:ln>
        </p:spPr>
      </p:cxnSp>
      <p:cxnSp>
        <p:nvCxnSpPr>
          <p:cNvPr id="582" name="Google Shape;582;p26"/>
          <p:cNvCxnSpPr/>
          <p:nvPr/>
        </p:nvCxnSpPr>
        <p:spPr>
          <a:xfrm>
            <a:off x="1045950" y="2800742"/>
            <a:ext cx="8098500" cy="0"/>
          </a:xfrm>
          <a:prstGeom prst="straightConnector1">
            <a:avLst/>
          </a:prstGeom>
          <a:noFill/>
          <a:ln cap="flat" cmpd="sng" w="9525">
            <a:solidFill>
              <a:schemeClr val="lt1"/>
            </a:solidFill>
            <a:prstDash val="solid"/>
            <a:round/>
            <a:headEnd len="sm" w="sm" type="none"/>
            <a:tailEnd len="sm" w="sm" type="none"/>
          </a:ln>
        </p:spPr>
      </p:cxnSp>
      <p:cxnSp>
        <p:nvCxnSpPr>
          <p:cNvPr id="583" name="Google Shape;583;p26"/>
          <p:cNvCxnSpPr/>
          <p:nvPr/>
        </p:nvCxnSpPr>
        <p:spPr>
          <a:xfrm>
            <a:off x="1045950" y="3542475"/>
            <a:ext cx="8098500" cy="0"/>
          </a:xfrm>
          <a:prstGeom prst="straightConnector1">
            <a:avLst/>
          </a:prstGeom>
          <a:noFill/>
          <a:ln cap="flat" cmpd="sng" w="9525">
            <a:solidFill>
              <a:schemeClr val="lt1"/>
            </a:solidFill>
            <a:prstDash val="solid"/>
            <a:round/>
            <a:headEnd len="sm" w="sm" type="none"/>
            <a:tailEnd len="sm" w="sm" type="none"/>
          </a:ln>
        </p:spPr>
      </p:cxnSp>
      <p:cxnSp>
        <p:nvCxnSpPr>
          <p:cNvPr id="584" name="Google Shape;584;p26"/>
          <p:cNvCxnSpPr/>
          <p:nvPr/>
        </p:nvCxnSpPr>
        <p:spPr>
          <a:xfrm>
            <a:off x="1045950" y="4297588"/>
            <a:ext cx="8098500" cy="0"/>
          </a:xfrm>
          <a:prstGeom prst="straightConnector1">
            <a:avLst/>
          </a:prstGeom>
          <a:noFill/>
          <a:ln cap="flat" cmpd="sng" w="9525">
            <a:solidFill>
              <a:schemeClr val="lt1"/>
            </a:solidFill>
            <a:prstDash val="solid"/>
            <a:round/>
            <a:headEnd len="sm" w="sm" type="none"/>
            <a:tailEnd len="sm" w="sm" type="none"/>
          </a:ln>
        </p:spPr>
      </p:cxnSp>
      <p:cxnSp>
        <p:nvCxnSpPr>
          <p:cNvPr id="585" name="Google Shape;585;p26"/>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sp>
        <p:nvSpPr>
          <p:cNvPr id="586" name="Google Shape;586;p26"/>
          <p:cNvSpPr txBox="1"/>
          <p:nvPr>
            <p:ph idx="1" type="subTitle"/>
          </p:nvPr>
        </p:nvSpPr>
        <p:spPr>
          <a:xfrm>
            <a:off x="1042100" y="666250"/>
            <a:ext cx="7581900" cy="6414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7" name="Google Shape;587;p26"/>
          <p:cNvSpPr txBox="1"/>
          <p:nvPr>
            <p:ph idx="2" type="subTitle"/>
          </p:nvPr>
        </p:nvSpPr>
        <p:spPr>
          <a:xfrm>
            <a:off x="1042100" y="1307575"/>
            <a:ext cx="7581900" cy="745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8" name="Google Shape;588;p26"/>
          <p:cNvSpPr txBox="1"/>
          <p:nvPr>
            <p:ph idx="3" type="subTitle"/>
          </p:nvPr>
        </p:nvSpPr>
        <p:spPr>
          <a:xfrm>
            <a:off x="1042100" y="2052275"/>
            <a:ext cx="7581900" cy="748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9" name="Google Shape;589;p26"/>
          <p:cNvSpPr txBox="1"/>
          <p:nvPr>
            <p:ph idx="4" type="subTitle"/>
          </p:nvPr>
        </p:nvSpPr>
        <p:spPr>
          <a:xfrm>
            <a:off x="1042100" y="2801150"/>
            <a:ext cx="7581900" cy="7413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90" name="Google Shape;590;p26"/>
          <p:cNvSpPr txBox="1"/>
          <p:nvPr>
            <p:ph idx="5" type="subTitle"/>
          </p:nvPr>
        </p:nvSpPr>
        <p:spPr>
          <a:xfrm>
            <a:off x="1042100" y="35424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91" name="Google Shape;591;p26"/>
          <p:cNvSpPr txBox="1"/>
          <p:nvPr>
            <p:ph idx="6" type="subTitle"/>
          </p:nvPr>
        </p:nvSpPr>
        <p:spPr>
          <a:xfrm>
            <a:off x="1042100" y="42976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_3">
    <p:bg>
      <p:bgPr>
        <a:solidFill>
          <a:schemeClr val="lt2"/>
        </a:solidFill>
      </p:bgPr>
    </p:bg>
    <p:spTree>
      <p:nvGrpSpPr>
        <p:cNvPr id="592" name="Shape 592"/>
        <p:cNvGrpSpPr/>
        <p:nvPr/>
      </p:nvGrpSpPr>
      <p:grpSpPr>
        <a:xfrm>
          <a:off x="0" y="0"/>
          <a:ext cx="0" cy="0"/>
          <a:chOff x="0" y="0"/>
          <a:chExt cx="0" cy="0"/>
        </a:xfrm>
      </p:grpSpPr>
      <p:grpSp>
        <p:nvGrpSpPr>
          <p:cNvPr id="593" name="Google Shape;593;p27"/>
          <p:cNvGrpSpPr/>
          <p:nvPr/>
        </p:nvGrpSpPr>
        <p:grpSpPr>
          <a:xfrm rot="5400000">
            <a:off x="593777" y="548798"/>
            <a:ext cx="369896" cy="333900"/>
            <a:chOff x="96076" y="654376"/>
            <a:chExt cx="369896" cy="333900"/>
          </a:xfrm>
        </p:grpSpPr>
        <p:cxnSp>
          <p:nvCxnSpPr>
            <p:cNvPr id="594" name="Google Shape;594;p2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95" name="Google Shape;595;p2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96" name="Google Shape;596;p2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597" name="Google Shape;597;p27"/>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598" name="Google Shape;598;p2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99" name="Google Shape;599;p2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00" name="Google Shape;600;p2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01" name="Google Shape;601;p2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02" name="Google Shape;602;p2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603" name="Google Shape;603;p27"/>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cxnSp>
        <p:nvCxnSpPr>
          <p:cNvPr id="604" name="Google Shape;604;p27"/>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bg>
      <p:bgPr>
        <a:solidFill>
          <a:schemeClr val="lt2"/>
        </a:solidFill>
      </p:bgPr>
    </p:bg>
    <p:spTree>
      <p:nvGrpSpPr>
        <p:cNvPr id="605" name="Shape 605"/>
        <p:cNvGrpSpPr/>
        <p:nvPr/>
      </p:nvGrpSpPr>
      <p:grpSpPr>
        <a:xfrm>
          <a:off x="0" y="0"/>
          <a:ext cx="0" cy="0"/>
          <a:chOff x="0" y="0"/>
          <a:chExt cx="0" cy="0"/>
        </a:xfrm>
      </p:grpSpPr>
      <p:sp>
        <p:nvSpPr>
          <p:cNvPr id="606" name="Google Shape;606;p28"/>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07" name="Google Shape;607;p2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08" name="Google Shape;608;p2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09" name="Google Shape;609;p2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0" name="Google Shape;610;p2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1" name="Google Shape;611;p2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6">
    <p:bg>
      <p:bgPr>
        <a:solidFill>
          <a:schemeClr val="lt2"/>
        </a:solidFill>
      </p:bgPr>
    </p:bg>
    <p:spTree>
      <p:nvGrpSpPr>
        <p:cNvPr id="612" name="Shape 612"/>
        <p:cNvGrpSpPr/>
        <p:nvPr/>
      </p:nvGrpSpPr>
      <p:grpSpPr>
        <a:xfrm>
          <a:off x="0" y="0"/>
          <a:ext cx="0" cy="0"/>
          <a:chOff x="0" y="0"/>
          <a:chExt cx="0" cy="0"/>
        </a:xfrm>
      </p:grpSpPr>
      <p:sp>
        <p:nvSpPr>
          <p:cNvPr id="613" name="Google Shape;613;p29"/>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14" name="Google Shape;614;p2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15" name="Google Shape;615;p2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16" name="Google Shape;616;p2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7" name="Google Shape;617;p2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8" name="Google Shape;618;p2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619" name="Google Shape;619;p29"/>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620" name="Google Shape;620;p29"/>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621" name="Google Shape;621;p2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3">
  <p:cSld name="BLANK_3">
    <p:bg>
      <p:bgPr>
        <a:solidFill>
          <a:schemeClr val="dk2"/>
        </a:solidFill>
      </p:bgPr>
    </p:bg>
    <p:spTree>
      <p:nvGrpSpPr>
        <p:cNvPr id="622" name="Shape 622"/>
        <p:cNvGrpSpPr/>
        <p:nvPr/>
      </p:nvGrpSpPr>
      <p:grpSpPr>
        <a:xfrm>
          <a:off x="0" y="0"/>
          <a:ext cx="0" cy="0"/>
          <a:chOff x="0" y="0"/>
          <a:chExt cx="0" cy="0"/>
        </a:xfrm>
      </p:grpSpPr>
      <p:grpSp>
        <p:nvGrpSpPr>
          <p:cNvPr id="623" name="Google Shape;623;p30"/>
          <p:cNvGrpSpPr/>
          <p:nvPr/>
        </p:nvGrpSpPr>
        <p:grpSpPr>
          <a:xfrm>
            <a:off x="-800" y="-150"/>
            <a:ext cx="9145250" cy="5144250"/>
            <a:chOff x="-800" y="-150"/>
            <a:chExt cx="9145250" cy="5144250"/>
          </a:xfrm>
        </p:grpSpPr>
        <p:cxnSp>
          <p:nvCxnSpPr>
            <p:cNvPr id="624" name="Google Shape;624;p30"/>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25" name="Google Shape;625;p30"/>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26" name="Google Shape;626;p30"/>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627" name="Google Shape;627;p30"/>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628" name="Google Shape;628;p30"/>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29" name="Google Shape;629;p30"/>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30" name="Google Shape;630;p30"/>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31" name="Google Shape;631;p30"/>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32" name="Google Shape;632;p30"/>
          <p:cNvSpPr txBox="1"/>
          <p:nvPr>
            <p:ph idx="1" type="subTitle"/>
          </p:nvPr>
        </p:nvSpPr>
        <p:spPr>
          <a:xfrm>
            <a:off x="521800" y="2782875"/>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3"/>
              </a:buClr>
              <a:buSzPts val="1000"/>
              <a:buFont typeface="Inter"/>
              <a:buNone/>
              <a:defRPr sz="1000">
                <a:solidFill>
                  <a:schemeClr val="accent3"/>
                </a:solidFill>
              </a:defRPr>
            </a:lvl1pPr>
            <a:lvl2pPr lvl="1">
              <a:spcBef>
                <a:spcPts val="0"/>
              </a:spcBef>
              <a:spcAft>
                <a:spcPts val="0"/>
              </a:spcAft>
              <a:buClr>
                <a:schemeClr val="accent3"/>
              </a:buClr>
              <a:buSzPts val="1000"/>
              <a:buFont typeface="Inter"/>
              <a:buNone/>
              <a:defRPr sz="1000">
                <a:solidFill>
                  <a:schemeClr val="accent3"/>
                </a:solidFill>
              </a:defRPr>
            </a:lvl2pPr>
            <a:lvl3pPr lvl="2">
              <a:spcBef>
                <a:spcPts val="0"/>
              </a:spcBef>
              <a:spcAft>
                <a:spcPts val="0"/>
              </a:spcAft>
              <a:buClr>
                <a:schemeClr val="accent3"/>
              </a:buClr>
              <a:buSzPts val="1000"/>
              <a:buFont typeface="Inter"/>
              <a:buNone/>
              <a:defRPr sz="1000">
                <a:solidFill>
                  <a:schemeClr val="accent3"/>
                </a:solidFill>
              </a:defRPr>
            </a:lvl3pPr>
            <a:lvl4pPr lvl="3">
              <a:spcBef>
                <a:spcPts val="0"/>
              </a:spcBef>
              <a:spcAft>
                <a:spcPts val="0"/>
              </a:spcAft>
              <a:buClr>
                <a:schemeClr val="accent3"/>
              </a:buClr>
              <a:buSzPts val="1000"/>
              <a:buFont typeface="Inter"/>
              <a:buNone/>
              <a:defRPr sz="1000">
                <a:solidFill>
                  <a:schemeClr val="accent3"/>
                </a:solidFill>
              </a:defRPr>
            </a:lvl4pPr>
            <a:lvl5pPr lvl="4">
              <a:spcBef>
                <a:spcPts val="0"/>
              </a:spcBef>
              <a:spcAft>
                <a:spcPts val="0"/>
              </a:spcAft>
              <a:buClr>
                <a:schemeClr val="accent3"/>
              </a:buClr>
              <a:buSzPts val="1000"/>
              <a:buFont typeface="Inter"/>
              <a:buNone/>
              <a:defRPr sz="1000">
                <a:solidFill>
                  <a:schemeClr val="accent3"/>
                </a:solidFill>
              </a:defRPr>
            </a:lvl5pPr>
            <a:lvl6pPr lvl="5">
              <a:spcBef>
                <a:spcPts val="0"/>
              </a:spcBef>
              <a:spcAft>
                <a:spcPts val="0"/>
              </a:spcAft>
              <a:buClr>
                <a:schemeClr val="accent3"/>
              </a:buClr>
              <a:buSzPts val="1000"/>
              <a:buFont typeface="Inter"/>
              <a:buNone/>
              <a:defRPr sz="1000">
                <a:solidFill>
                  <a:schemeClr val="accent3"/>
                </a:solidFill>
              </a:defRPr>
            </a:lvl6pPr>
            <a:lvl7pPr lvl="6">
              <a:spcBef>
                <a:spcPts val="0"/>
              </a:spcBef>
              <a:spcAft>
                <a:spcPts val="0"/>
              </a:spcAft>
              <a:buClr>
                <a:schemeClr val="accent3"/>
              </a:buClr>
              <a:buSzPts val="1000"/>
              <a:buFont typeface="Inter"/>
              <a:buNone/>
              <a:defRPr sz="1000">
                <a:solidFill>
                  <a:schemeClr val="accent3"/>
                </a:solidFill>
              </a:defRPr>
            </a:lvl7pPr>
            <a:lvl8pPr lvl="7">
              <a:spcBef>
                <a:spcPts val="0"/>
              </a:spcBef>
              <a:spcAft>
                <a:spcPts val="0"/>
              </a:spcAft>
              <a:buClr>
                <a:schemeClr val="accent3"/>
              </a:buClr>
              <a:buSzPts val="1000"/>
              <a:buFont typeface="Inter"/>
              <a:buNone/>
              <a:defRPr sz="1000">
                <a:solidFill>
                  <a:schemeClr val="accent3"/>
                </a:solidFill>
              </a:defRPr>
            </a:lvl8pPr>
            <a:lvl9pPr lvl="8">
              <a:spcBef>
                <a:spcPts val="0"/>
              </a:spcBef>
              <a:spcAft>
                <a:spcPts val="0"/>
              </a:spcAft>
              <a:buClr>
                <a:schemeClr val="accent3"/>
              </a:buClr>
              <a:buSzPts val="1000"/>
              <a:buFont typeface="Inter"/>
              <a:buNone/>
              <a:defRPr sz="1000">
                <a:solidFill>
                  <a:schemeClr val="accent3"/>
                </a:solidFill>
              </a:defRPr>
            </a:lvl9pPr>
          </a:lstStyle>
          <a:p/>
        </p:txBody>
      </p:sp>
      <p:sp>
        <p:nvSpPr>
          <p:cNvPr id="633" name="Google Shape;633;p30"/>
          <p:cNvSpPr txBox="1"/>
          <p:nvPr>
            <p:ph idx="2"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34" name="Google Shape;634;p30"/>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35" name="Google Shape;635;p30"/>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6">
  <p:cSld name="BLANK_2">
    <p:bg>
      <p:bgPr>
        <a:solidFill>
          <a:schemeClr val="dk2"/>
        </a:solidFill>
      </p:bgPr>
    </p:bg>
    <p:spTree>
      <p:nvGrpSpPr>
        <p:cNvPr id="636" name="Shape 636"/>
        <p:cNvGrpSpPr/>
        <p:nvPr/>
      </p:nvGrpSpPr>
      <p:grpSpPr>
        <a:xfrm>
          <a:off x="0" y="0"/>
          <a:ext cx="0" cy="0"/>
          <a:chOff x="0" y="0"/>
          <a:chExt cx="0" cy="0"/>
        </a:xfrm>
      </p:grpSpPr>
      <p:cxnSp>
        <p:nvCxnSpPr>
          <p:cNvPr id="637" name="Google Shape;637;p31"/>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38" name="Google Shape;638;p31"/>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39" name="Google Shape;639;p31"/>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0" name="Google Shape;640;p31"/>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1" name="Google Shape;641;p31"/>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2" name="Google Shape;642;p31"/>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43" name="Google Shape;643;p31"/>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44" name="Google Shape;644;p31"/>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45" name="Google Shape;645;p31"/>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4">
  <p:cSld name="BLANK_2_2">
    <p:bg>
      <p:bgPr>
        <a:solidFill>
          <a:schemeClr val="dk2"/>
        </a:solidFill>
      </p:bgPr>
    </p:bg>
    <p:spTree>
      <p:nvGrpSpPr>
        <p:cNvPr id="646" name="Shape 646"/>
        <p:cNvGrpSpPr/>
        <p:nvPr/>
      </p:nvGrpSpPr>
      <p:grpSpPr>
        <a:xfrm>
          <a:off x="0" y="0"/>
          <a:ext cx="0" cy="0"/>
          <a:chOff x="0" y="0"/>
          <a:chExt cx="0" cy="0"/>
        </a:xfrm>
      </p:grpSpPr>
      <p:sp>
        <p:nvSpPr>
          <p:cNvPr id="647" name="Google Shape;647;p32"/>
          <p:cNvSpPr txBox="1"/>
          <p:nvPr>
            <p:ph idx="1" type="subTitle"/>
          </p:nvPr>
        </p:nvSpPr>
        <p:spPr>
          <a:xfrm>
            <a:off x="514575"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48" name="Google Shape;648;p32"/>
          <p:cNvSpPr txBox="1"/>
          <p:nvPr>
            <p:ph idx="2" type="subTitle"/>
          </p:nvPr>
        </p:nvSpPr>
        <p:spPr>
          <a:xfrm>
            <a:off x="4572000"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49" name="Google Shape;649;p32"/>
          <p:cNvSpPr txBox="1"/>
          <p:nvPr>
            <p:ph idx="3"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50" name="Google Shape;650;p32"/>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51" name="Google Shape;651;p32"/>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52" name="Google Shape;652;p32"/>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3" name="Google Shape;653;p32"/>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4" name="Google Shape;654;p32"/>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5" name="Google Shape;655;p32"/>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56" name="Google Shape;656;p32"/>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57" name="Google Shape;657;p32"/>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58" name="Google Shape;658;p32"/>
          <p:cNvSpPr txBox="1"/>
          <p:nvPr>
            <p:ph idx="4"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5">
  <p:cSld name="BLANK_2_1">
    <p:bg>
      <p:bgPr>
        <a:solidFill>
          <a:schemeClr val="lt1"/>
        </a:solidFill>
      </p:bgPr>
    </p:bg>
    <p:spTree>
      <p:nvGrpSpPr>
        <p:cNvPr id="659" name="Shape 659"/>
        <p:cNvGrpSpPr/>
        <p:nvPr/>
      </p:nvGrpSpPr>
      <p:grpSpPr>
        <a:xfrm>
          <a:off x="0" y="0"/>
          <a:ext cx="0" cy="0"/>
          <a:chOff x="0" y="0"/>
          <a:chExt cx="0" cy="0"/>
        </a:xfrm>
      </p:grpSpPr>
      <p:cxnSp>
        <p:nvCxnSpPr>
          <p:cNvPr id="660" name="Google Shape;660;p33"/>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61" name="Google Shape;661;p33"/>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62" name="Google Shape;662;p33"/>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3" name="Google Shape;663;p33"/>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4" name="Google Shape;664;p33"/>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5" name="Google Shape;665;p33"/>
          <p:cNvCxnSpPr/>
          <p:nvPr/>
        </p:nvCxnSpPr>
        <p:spPr>
          <a:xfrm>
            <a:off x="516375" y="4043175"/>
            <a:ext cx="8111100" cy="0"/>
          </a:xfrm>
          <a:prstGeom prst="straightConnector1">
            <a:avLst/>
          </a:prstGeom>
          <a:noFill/>
          <a:ln cap="flat" cmpd="sng" w="9525">
            <a:solidFill>
              <a:schemeClr val="dk1"/>
            </a:solidFill>
            <a:prstDash val="solid"/>
            <a:round/>
            <a:headEnd len="sm" w="sm" type="none"/>
            <a:tailEnd len="sm" w="sm" type="none"/>
          </a:ln>
        </p:spPr>
      </p:cxnSp>
      <p:sp>
        <p:nvSpPr>
          <p:cNvPr id="666" name="Google Shape;666;p33"/>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67" name="Google Shape;667;p33"/>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6"/>
              </a:buClr>
              <a:buSzPts val="1200"/>
              <a:buFont typeface="Inter"/>
              <a:buNone/>
              <a:defRPr>
                <a:solidFill>
                  <a:schemeClr val="accent6"/>
                </a:solidFill>
              </a:defRPr>
            </a:lvl1pPr>
            <a:lvl2pPr lvl="1" algn="ctr">
              <a:spcBef>
                <a:spcPts val="0"/>
              </a:spcBef>
              <a:spcAft>
                <a:spcPts val="0"/>
              </a:spcAft>
              <a:buClr>
                <a:schemeClr val="accent4"/>
              </a:buClr>
              <a:buSzPts val="1200"/>
              <a:buFont typeface="Inter"/>
              <a:buNone/>
              <a:defRPr>
                <a:solidFill>
                  <a:schemeClr val="accent4"/>
                </a:solidFill>
              </a:defRPr>
            </a:lvl2pPr>
            <a:lvl3pPr lvl="2" algn="ctr">
              <a:spcBef>
                <a:spcPts val="0"/>
              </a:spcBef>
              <a:spcAft>
                <a:spcPts val="0"/>
              </a:spcAft>
              <a:buClr>
                <a:schemeClr val="accent4"/>
              </a:buClr>
              <a:buSzPts val="1200"/>
              <a:buFont typeface="Inter"/>
              <a:buNone/>
              <a:defRPr>
                <a:solidFill>
                  <a:schemeClr val="accent4"/>
                </a:solidFill>
              </a:defRPr>
            </a:lvl3pPr>
            <a:lvl4pPr lvl="3" algn="ctr">
              <a:spcBef>
                <a:spcPts val="0"/>
              </a:spcBef>
              <a:spcAft>
                <a:spcPts val="0"/>
              </a:spcAft>
              <a:buClr>
                <a:schemeClr val="accent4"/>
              </a:buClr>
              <a:buSzPts val="1200"/>
              <a:buFont typeface="Inter"/>
              <a:buNone/>
              <a:defRPr>
                <a:solidFill>
                  <a:schemeClr val="accent4"/>
                </a:solidFill>
              </a:defRPr>
            </a:lvl4pPr>
            <a:lvl5pPr lvl="4" algn="ctr">
              <a:spcBef>
                <a:spcPts val="0"/>
              </a:spcBef>
              <a:spcAft>
                <a:spcPts val="0"/>
              </a:spcAft>
              <a:buClr>
                <a:schemeClr val="accent4"/>
              </a:buClr>
              <a:buSzPts val="1200"/>
              <a:buFont typeface="Inter"/>
              <a:buNone/>
              <a:defRPr>
                <a:solidFill>
                  <a:schemeClr val="accent4"/>
                </a:solidFill>
              </a:defRPr>
            </a:lvl5pPr>
            <a:lvl6pPr lvl="5" algn="ctr">
              <a:spcBef>
                <a:spcPts val="0"/>
              </a:spcBef>
              <a:spcAft>
                <a:spcPts val="0"/>
              </a:spcAft>
              <a:buClr>
                <a:schemeClr val="accent4"/>
              </a:buClr>
              <a:buSzPts val="1200"/>
              <a:buFont typeface="Inter"/>
              <a:buNone/>
              <a:defRPr>
                <a:solidFill>
                  <a:schemeClr val="accent4"/>
                </a:solidFill>
              </a:defRPr>
            </a:lvl6pPr>
            <a:lvl7pPr lvl="6" algn="ctr">
              <a:spcBef>
                <a:spcPts val="0"/>
              </a:spcBef>
              <a:spcAft>
                <a:spcPts val="0"/>
              </a:spcAft>
              <a:buClr>
                <a:schemeClr val="accent4"/>
              </a:buClr>
              <a:buSzPts val="1200"/>
              <a:buFont typeface="Inter"/>
              <a:buNone/>
              <a:defRPr>
                <a:solidFill>
                  <a:schemeClr val="accent4"/>
                </a:solidFill>
              </a:defRPr>
            </a:lvl7pPr>
            <a:lvl8pPr lvl="7" algn="ctr">
              <a:spcBef>
                <a:spcPts val="0"/>
              </a:spcBef>
              <a:spcAft>
                <a:spcPts val="0"/>
              </a:spcAft>
              <a:buClr>
                <a:schemeClr val="accent4"/>
              </a:buClr>
              <a:buSzPts val="1200"/>
              <a:buFont typeface="Inter"/>
              <a:buNone/>
              <a:defRPr>
                <a:solidFill>
                  <a:schemeClr val="accent4"/>
                </a:solidFill>
              </a:defRPr>
            </a:lvl8pPr>
            <a:lvl9pPr lvl="8" algn="ctr">
              <a:spcBef>
                <a:spcPts val="0"/>
              </a:spcBef>
              <a:spcAft>
                <a:spcPts val="0"/>
              </a:spcAft>
              <a:buClr>
                <a:schemeClr val="accent4"/>
              </a:buClr>
              <a:buSzPts val="1200"/>
              <a:buFont typeface="Inter"/>
              <a:buNone/>
              <a:defRPr>
                <a:solidFill>
                  <a:schemeClr val="accent4"/>
                </a:solidFill>
              </a:defRPr>
            </a:lvl9pPr>
          </a:lstStyle>
          <a:p/>
        </p:txBody>
      </p:sp>
      <p:sp>
        <p:nvSpPr>
          <p:cNvPr id="668" name="Google Shape;668;p33"/>
          <p:cNvSpPr txBox="1"/>
          <p:nvPr>
            <p:ph idx="2" type="subTitle"/>
          </p:nvPr>
        </p:nvSpPr>
        <p:spPr>
          <a:xfrm>
            <a:off x="514575"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69" name="Google Shape;669;p33"/>
          <p:cNvSpPr txBox="1"/>
          <p:nvPr>
            <p:ph idx="3" type="subTitle"/>
          </p:nvPr>
        </p:nvSpPr>
        <p:spPr>
          <a:xfrm>
            <a:off x="4572000"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70" name="Google Shape;670;p33"/>
          <p:cNvSpPr txBox="1"/>
          <p:nvPr>
            <p:ph idx="4"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71" name="Google Shape;671;p33"/>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p:cSld name="BLANK_1_5">
    <p:bg>
      <p:bgPr>
        <a:solidFill>
          <a:schemeClr val="lt1"/>
        </a:solidFill>
      </p:bgPr>
    </p:bg>
    <p:spTree>
      <p:nvGrpSpPr>
        <p:cNvPr id="672" name="Shape 672"/>
        <p:cNvGrpSpPr/>
        <p:nvPr/>
      </p:nvGrpSpPr>
      <p:grpSpPr>
        <a:xfrm>
          <a:off x="0" y="0"/>
          <a:ext cx="0" cy="0"/>
          <a:chOff x="0" y="0"/>
          <a:chExt cx="0" cy="0"/>
        </a:xfrm>
      </p:grpSpPr>
      <p:sp>
        <p:nvSpPr>
          <p:cNvPr id="673" name="Google Shape;673;p3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74" name="Google Shape;674;p3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675" name="Google Shape;675;p3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76" name="Google Shape;676;p34"/>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677" name="Google Shape;677;p34"/>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78" name="Google Shape;678;p34"/>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679" name="Google Shape;679;p34"/>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680" name="Google Shape;680;p34"/>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681" name="Google Shape;681;p34"/>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2">
  <p:cSld name="BLANK_1_3">
    <p:bg>
      <p:bgPr>
        <a:solidFill>
          <a:schemeClr val="lt2"/>
        </a:solidFill>
      </p:bgPr>
    </p:bg>
    <p:spTree>
      <p:nvGrpSpPr>
        <p:cNvPr id="682" name="Shape 682"/>
        <p:cNvGrpSpPr/>
        <p:nvPr/>
      </p:nvGrpSpPr>
      <p:grpSpPr>
        <a:xfrm>
          <a:off x="0" y="0"/>
          <a:ext cx="0" cy="0"/>
          <a:chOff x="0" y="0"/>
          <a:chExt cx="0" cy="0"/>
        </a:xfrm>
      </p:grpSpPr>
      <p:sp>
        <p:nvSpPr>
          <p:cNvPr id="683" name="Google Shape;683;p35"/>
          <p:cNvSpPr txBox="1"/>
          <p:nvPr>
            <p:ph idx="1" type="body"/>
          </p:nvPr>
        </p:nvSpPr>
        <p:spPr>
          <a:xfrm>
            <a:off x="4684025" y="3361000"/>
            <a:ext cx="20901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684" name="Google Shape;684;p35"/>
          <p:cNvSpPr txBox="1"/>
          <p:nvPr>
            <p:ph idx="2" type="body"/>
          </p:nvPr>
        </p:nvSpPr>
        <p:spPr>
          <a:xfrm>
            <a:off x="6774125" y="3361250"/>
            <a:ext cx="23706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685" name="Google Shape;685;p35"/>
          <p:cNvSpPr txBox="1"/>
          <p:nvPr>
            <p:ph idx="3" type="body"/>
          </p:nvPr>
        </p:nvSpPr>
        <p:spPr>
          <a:xfrm>
            <a:off x="2597175" y="3361000"/>
            <a:ext cx="20868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800"/>
              </a:spcBef>
              <a:spcAft>
                <a:spcPts val="0"/>
              </a:spcAft>
              <a:buClr>
                <a:schemeClr val="lt1"/>
              </a:buClr>
              <a:buSzPts val="1000"/>
              <a:buChar char="○"/>
              <a:defRPr sz="1000"/>
            </a:lvl2pPr>
            <a:lvl3pPr indent="-292100" lvl="2" marL="1371600" algn="ctr">
              <a:spcBef>
                <a:spcPts val="800"/>
              </a:spcBef>
              <a:spcAft>
                <a:spcPts val="0"/>
              </a:spcAft>
              <a:buClr>
                <a:schemeClr val="lt1"/>
              </a:buClr>
              <a:buSzPts val="1000"/>
              <a:buChar char="■"/>
              <a:defRPr sz="1000"/>
            </a:lvl3pPr>
            <a:lvl4pPr indent="-292100" lvl="3" marL="1828800" algn="ctr">
              <a:spcBef>
                <a:spcPts val="800"/>
              </a:spcBef>
              <a:spcAft>
                <a:spcPts val="0"/>
              </a:spcAft>
              <a:buClr>
                <a:schemeClr val="lt1"/>
              </a:buClr>
              <a:buSzPts val="1000"/>
              <a:buChar char="●"/>
              <a:defRPr sz="1000"/>
            </a:lvl4pPr>
            <a:lvl5pPr indent="-292100" lvl="4" marL="2286000" algn="ctr">
              <a:spcBef>
                <a:spcPts val="800"/>
              </a:spcBef>
              <a:spcAft>
                <a:spcPts val="0"/>
              </a:spcAft>
              <a:buClr>
                <a:schemeClr val="lt1"/>
              </a:buClr>
              <a:buSzPts val="1000"/>
              <a:buChar char="○"/>
              <a:defRPr sz="1000"/>
            </a:lvl5pPr>
            <a:lvl6pPr indent="-292100" lvl="5" marL="2743200" algn="ctr">
              <a:spcBef>
                <a:spcPts val="800"/>
              </a:spcBef>
              <a:spcAft>
                <a:spcPts val="0"/>
              </a:spcAft>
              <a:buClr>
                <a:schemeClr val="lt1"/>
              </a:buClr>
              <a:buSzPts val="1000"/>
              <a:buChar char="■"/>
              <a:defRPr sz="1000"/>
            </a:lvl6pPr>
            <a:lvl7pPr indent="-292100" lvl="6" marL="3200400" algn="ctr">
              <a:spcBef>
                <a:spcPts val="800"/>
              </a:spcBef>
              <a:spcAft>
                <a:spcPts val="0"/>
              </a:spcAft>
              <a:buClr>
                <a:schemeClr val="lt1"/>
              </a:buClr>
              <a:buSzPts val="1000"/>
              <a:buChar char="●"/>
              <a:defRPr sz="1000"/>
            </a:lvl7pPr>
            <a:lvl8pPr indent="-292100" lvl="7" marL="3657600" algn="ctr">
              <a:spcBef>
                <a:spcPts val="800"/>
              </a:spcBef>
              <a:spcAft>
                <a:spcPts val="0"/>
              </a:spcAft>
              <a:buClr>
                <a:schemeClr val="lt1"/>
              </a:buClr>
              <a:buSzPts val="1000"/>
              <a:buChar char="○"/>
              <a:defRPr sz="1000"/>
            </a:lvl8pPr>
            <a:lvl9pPr indent="-292100" lvl="8" marL="4114800" algn="ctr">
              <a:spcBef>
                <a:spcPts val="800"/>
              </a:spcBef>
              <a:spcAft>
                <a:spcPts val="800"/>
              </a:spcAft>
              <a:buClr>
                <a:schemeClr val="lt1"/>
              </a:buClr>
              <a:buSzPts val="1000"/>
              <a:buChar char="■"/>
              <a:defRPr sz="1000"/>
            </a:lvl9pPr>
          </a:lstStyle>
          <a:p/>
        </p:txBody>
      </p:sp>
      <p:sp>
        <p:nvSpPr>
          <p:cNvPr id="686" name="Google Shape;686;p35"/>
          <p:cNvSpPr txBox="1"/>
          <p:nvPr>
            <p:ph idx="4" type="body"/>
          </p:nvPr>
        </p:nvSpPr>
        <p:spPr>
          <a:xfrm>
            <a:off x="520425" y="3361000"/>
            <a:ext cx="20775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687" name="Google Shape;687;p35"/>
          <p:cNvSpPr/>
          <p:nvPr/>
        </p:nvSpPr>
        <p:spPr>
          <a:xfrm rot="-5400000">
            <a:off x="7573550" y="1789950"/>
            <a:ext cx="771000" cy="237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88" name="Google Shape;688;p35"/>
          <p:cNvSpPr/>
          <p:nvPr/>
        </p:nvSpPr>
        <p:spPr>
          <a:xfrm rot="-5400000">
            <a:off x="5343575" y="1930200"/>
            <a:ext cx="771000" cy="2090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89" name="Google Shape;689;p35"/>
          <p:cNvSpPr/>
          <p:nvPr/>
        </p:nvSpPr>
        <p:spPr>
          <a:xfrm rot="-5400000">
            <a:off x="3255125" y="1931850"/>
            <a:ext cx="771000" cy="2086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90" name="Google Shape;690;p35"/>
          <p:cNvSpPr/>
          <p:nvPr/>
        </p:nvSpPr>
        <p:spPr>
          <a:xfrm rot="-5400000">
            <a:off x="1173425" y="1936950"/>
            <a:ext cx="771000" cy="207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91" name="Google Shape;691;p35"/>
          <p:cNvSpPr txBox="1"/>
          <p:nvPr>
            <p:ph idx="5" type="subTitle"/>
          </p:nvPr>
        </p:nvSpPr>
        <p:spPr>
          <a:xfrm>
            <a:off x="52042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2" name="Google Shape;692;p35"/>
          <p:cNvSpPr txBox="1"/>
          <p:nvPr>
            <p:ph idx="6" type="subTitle"/>
          </p:nvPr>
        </p:nvSpPr>
        <p:spPr>
          <a:xfrm>
            <a:off x="2597225" y="2589750"/>
            <a:ext cx="2076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3" name="Google Shape;693;p35"/>
          <p:cNvSpPr txBox="1"/>
          <p:nvPr>
            <p:ph idx="7" type="subTitle"/>
          </p:nvPr>
        </p:nvSpPr>
        <p:spPr>
          <a:xfrm>
            <a:off x="468567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4" name="Google Shape;694;p35"/>
          <p:cNvSpPr txBox="1"/>
          <p:nvPr>
            <p:ph idx="8" type="subTitle"/>
          </p:nvPr>
        </p:nvSpPr>
        <p:spPr>
          <a:xfrm>
            <a:off x="6773425" y="2589750"/>
            <a:ext cx="2370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5" name="Google Shape;695;p35"/>
          <p:cNvSpPr/>
          <p:nvPr>
            <p:ph idx="9" type="pic"/>
          </p:nvPr>
        </p:nvSpPr>
        <p:spPr>
          <a:xfrm>
            <a:off x="6773402" y="841675"/>
            <a:ext cx="2370600" cy="1748700"/>
          </a:xfrm>
          <a:prstGeom prst="rect">
            <a:avLst/>
          </a:prstGeom>
          <a:noFill/>
          <a:ln>
            <a:noFill/>
          </a:ln>
        </p:spPr>
      </p:sp>
      <p:sp>
        <p:nvSpPr>
          <p:cNvPr id="696" name="Google Shape;696;p35"/>
          <p:cNvSpPr/>
          <p:nvPr>
            <p:ph idx="13" type="pic"/>
          </p:nvPr>
        </p:nvSpPr>
        <p:spPr>
          <a:xfrm>
            <a:off x="4685838" y="841675"/>
            <a:ext cx="2086800" cy="1748700"/>
          </a:xfrm>
          <a:prstGeom prst="rect">
            <a:avLst/>
          </a:prstGeom>
          <a:noFill/>
          <a:ln>
            <a:noFill/>
          </a:ln>
        </p:spPr>
      </p:sp>
      <p:sp>
        <p:nvSpPr>
          <p:cNvPr id="697" name="Google Shape;697;p35"/>
          <p:cNvSpPr/>
          <p:nvPr>
            <p:ph idx="14" type="pic"/>
          </p:nvPr>
        </p:nvSpPr>
        <p:spPr>
          <a:xfrm>
            <a:off x="2597225" y="841675"/>
            <a:ext cx="2086800" cy="1748700"/>
          </a:xfrm>
          <a:prstGeom prst="rect">
            <a:avLst/>
          </a:prstGeom>
          <a:noFill/>
          <a:ln>
            <a:noFill/>
          </a:ln>
        </p:spPr>
      </p:sp>
      <p:sp>
        <p:nvSpPr>
          <p:cNvPr id="698" name="Google Shape;698;p35"/>
          <p:cNvSpPr/>
          <p:nvPr>
            <p:ph idx="15" type="pic"/>
          </p:nvPr>
        </p:nvSpPr>
        <p:spPr>
          <a:xfrm>
            <a:off x="520725" y="841675"/>
            <a:ext cx="2076600" cy="1748700"/>
          </a:xfrm>
          <a:prstGeom prst="rect">
            <a:avLst/>
          </a:prstGeom>
          <a:noFill/>
          <a:ln>
            <a:noFill/>
          </a:ln>
        </p:spPr>
      </p:sp>
      <p:cxnSp>
        <p:nvCxnSpPr>
          <p:cNvPr id="699" name="Google Shape;699;p35"/>
          <p:cNvCxnSpPr/>
          <p:nvPr/>
        </p:nvCxnSpPr>
        <p:spPr>
          <a:xfrm>
            <a:off x="2598000" y="842050"/>
            <a:ext cx="0" cy="4301700"/>
          </a:xfrm>
          <a:prstGeom prst="straightConnector1">
            <a:avLst/>
          </a:prstGeom>
          <a:noFill/>
          <a:ln cap="flat" cmpd="sng" w="9525">
            <a:solidFill>
              <a:schemeClr val="lt1"/>
            </a:solidFill>
            <a:prstDash val="solid"/>
            <a:round/>
            <a:headEnd len="sm" w="sm" type="none"/>
            <a:tailEnd len="sm" w="sm" type="none"/>
          </a:ln>
        </p:spPr>
      </p:cxnSp>
      <p:cxnSp>
        <p:nvCxnSpPr>
          <p:cNvPr id="700" name="Google Shape;700;p35"/>
          <p:cNvCxnSpPr/>
          <p:nvPr/>
        </p:nvCxnSpPr>
        <p:spPr>
          <a:xfrm>
            <a:off x="6773750" y="841675"/>
            <a:ext cx="0" cy="4301700"/>
          </a:xfrm>
          <a:prstGeom prst="straightConnector1">
            <a:avLst/>
          </a:prstGeom>
          <a:noFill/>
          <a:ln cap="flat" cmpd="sng" w="9525">
            <a:solidFill>
              <a:schemeClr val="lt1"/>
            </a:solidFill>
            <a:prstDash val="solid"/>
            <a:round/>
            <a:headEnd len="sm" w="sm" type="none"/>
            <a:tailEnd len="sm" w="sm" type="none"/>
          </a:ln>
        </p:spPr>
      </p:cxnSp>
      <p:cxnSp>
        <p:nvCxnSpPr>
          <p:cNvPr id="701" name="Google Shape;701;p35"/>
          <p:cNvCxnSpPr/>
          <p:nvPr/>
        </p:nvCxnSpPr>
        <p:spPr>
          <a:xfrm>
            <a:off x="4684713" y="842026"/>
            <a:ext cx="0" cy="4301700"/>
          </a:xfrm>
          <a:prstGeom prst="straightConnector1">
            <a:avLst/>
          </a:prstGeom>
          <a:noFill/>
          <a:ln cap="flat" cmpd="sng" w="9525">
            <a:solidFill>
              <a:schemeClr val="lt1"/>
            </a:solidFill>
            <a:prstDash val="solid"/>
            <a:round/>
            <a:headEnd len="sm" w="sm" type="none"/>
            <a:tailEnd len="sm" w="sm" type="none"/>
          </a:ln>
        </p:spPr>
      </p:cxnSp>
      <p:cxnSp>
        <p:nvCxnSpPr>
          <p:cNvPr id="702" name="Google Shape;702;p35"/>
          <p:cNvCxnSpPr/>
          <p:nvPr/>
        </p:nvCxnSpPr>
        <p:spPr>
          <a:xfrm rot="10800000">
            <a:off x="520800" y="3361000"/>
            <a:ext cx="8623200" cy="0"/>
          </a:xfrm>
          <a:prstGeom prst="straightConnector1">
            <a:avLst/>
          </a:prstGeom>
          <a:noFill/>
          <a:ln cap="flat" cmpd="sng" w="9525">
            <a:solidFill>
              <a:schemeClr val="lt1"/>
            </a:solidFill>
            <a:prstDash val="solid"/>
            <a:round/>
            <a:headEnd len="sm" w="sm" type="none"/>
            <a:tailEnd len="sm" w="sm" type="none"/>
          </a:ln>
        </p:spPr>
      </p:cxnSp>
      <p:cxnSp>
        <p:nvCxnSpPr>
          <p:cNvPr id="703" name="Google Shape;703;p35"/>
          <p:cNvCxnSpPr/>
          <p:nvPr/>
        </p:nvCxnSpPr>
        <p:spPr>
          <a:xfrm rot="10800000">
            <a:off x="520800" y="2590425"/>
            <a:ext cx="8623200" cy="0"/>
          </a:xfrm>
          <a:prstGeom prst="straightConnector1">
            <a:avLst/>
          </a:prstGeom>
          <a:noFill/>
          <a:ln cap="flat" cmpd="sng" w="9525">
            <a:solidFill>
              <a:schemeClr val="lt1"/>
            </a:solidFill>
            <a:prstDash val="solid"/>
            <a:round/>
            <a:headEnd len="sm" w="sm" type="none"/>
            <a:tailEnd len="sm" w="sm" type="none"/>
          </a:ln>
        </p:spPr>
      </p:cxnSp>
      <p:sp>
        <p:nvSpPr>
          <p:cNvPr id="704" name="Google Shape;704;p35"/>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05" name="Google Shape;705;p35"/>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06" name="Google Shape;706;p35"/>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707" name="Google Shape;707;p3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08" name="Google Shape;708;p3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709" name="Google Shape;709;p3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10" name="Google Shape;710;p3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11" name="Google Shape;711;p35"/>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712" name="Google Shape;712;p35"/>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2">
    <p:bg>
      <p:bgPr>
        <a:solidFill>
          <a:schemeClr val="lt1"/>
        </a:solidFill>
      </p:bgPr>
    </p:bg>
    <p:spTree>
      <p:nvGrpSpPr>
        <p:cNvPr id="713" name="Shape 713"/>
        <p:cNvGrpSpPr/>
        <p:nvPr/>
      </p:nvGrpSpPr>
      <p:grpSpPr>
        <a:xfrm>
          <a:off x="0" y="0"/>
          <a:ext cx="0" cy="0"/>
          <a:chOff x="0" y="0"/>
          <a:chExt cx="0" cy="0"/>
        </a:xfrm>
      </p:grpSpPr>
      <p:grpSp>
        <p:nvGrpSpPr>
          <p:cNvPr id="714" name="Google Shape;714;p36"/>
          <p:cNvGrpSpPr/>
          <p:nvPr/>
        </p:nvGrpSpPr>
        <p:grpSpPr>
          <a:xfrm rot="5400000">
            <a:off x="593777" y="660623"/>
            <a:ext cx="369896" cy="333900"/>
            <a:chOff x="96076" y="654376"/>
            <a:chExt cx="369896" cy="333900"/>
          </a:xfrm>
        </p:grpSpPr>
        <p:cxnSp>
          <p:nvCxnSpPr>
            <p:cNvPr id="715" name="Google Shape;715;p36"/>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716" name="Google Shape;716;p3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17" name="Google Shape;717;p3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18" name="Google Shape;718;p36"/>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3200"/>
              <a:buFont typeface="Gowun Batang"/>
              <a:buNone/>
              <a:defRPr>
                <a:solidFill>
                  <a:schemeClr val="dk1"/>
                </a:solidFill>
              </a:defRPr>
            </a:lvl1pPr>
            <a:lvl2pPr lvl="1">
              <a:spcBef>
                <a:spcPts val="0"/>
              </a:spcBef>
              <a:spcAft>
                <a:spcPts val="0"/>
              </a:spcAft>
              <a:buClr>
                <a:schemeClr val="dk1"/>
              </a:buClr>
              <a:buSzPts val="4400"/>
              <a:buFont typeface="Gowun Batang"/>
              <a:buNone/>
              <a:defRPr sz="4400">
                <a:solidFill>
                  <a:schemeClr val="dk1"/>
                </a:solidFill>
              </a:defRPr>
            </a:lvl2pPr>
            <a:lvl3pPr lvl="2">
              <a:spcBef>
                <a:spcPts val="0"/>
              </a:spcBef>
              <a:spcAft>
                <a:spcPts val="0"/>
              </a:spcAft>
              <a:buClr>
                <a:schemeClr val="dk1"/>
              </a:buClr>
              <a:buSzPts val="4400"/>
              <a:buFont typeface="Gowun Batang"/>
              <a:buNone/>
              <a:defRPr sz="4400">
                <a:solidFill>
                  <a:schemeClr val="dk1"/>
                </a:solidFill>
              </a:defRPr>
            </a:lvl3pPr>
            <a:lvl4pPr lvl="3">
              <a:spcBef>
                <a:spcPts val="0"/>
              </a:spcBef>
              <a:spcAft>
                <a:spcPts val="0"/>
              </a:spcAft>
              <a:buClr>
                <a:schemeClr val="dk1"/>
              </a:buClr>
              <a:buSzPts val="4400"/>
              <a:buFont typeface="Gowun Batang"/>
              <a:buNone/>
              <a:defRPr sz="4400">
                <a:solidFill>
                  <a:schemeClr val="dk1"/>
                </a:solidFill>
              </a:defRPr>
            </a:lvl4pPr>
            <a:lvl5pPr lvl="4">
              <a:spcBef>
                <a:spcPts val="0"/>
              </a:spcBef>
              <a:spcAft>
                <a:spcPts val="0"/>
              </a:spcAft>
              <a:buClr>
                <a:schemeClr val="dk1"/>
              </a:buClr>
              <a:buSzPts val="4400"/>
              <a:buFont typeface="Gowun Batang"/>
              <a:buNone/>
              <a:defRPr sz="4400">
                <a:solidFill>
                  <a:schemeClr val="dk1"/>
                </a:solidFill>
              </a:defRPr>
            </a:lvl5pPr>
            <a:lvl6pPr lvl="5">
              <a:spcBef>
                <a:spcPts val="0"/>
              </a:spcBef>
              <a:spcAft>
                <a:spcPts val="0"/>
              </a:spcAft>
              <a:buClr>
                <a:schemeClr val="dk1"/>
              </a:buClr>
              <a:buSzPts val="4400"/>
              <a:buFont typeface="Gowun Batang"/>
              <a:buNone/>
              <a:defRPr sz="4400">
                <a:solidFill>
                  <a:schemeClr val="dk1"/>
                </a:solidFill>
              </a:defRPr>
            </a:lvl6pPr>
            <a:lvl7pPr lvl="6">
              <a:spcBef>
                <a:spcPts val="0"/>
              </a:spcBef>
              <a:spcAft>
                <a:spcPts val="0"/>
              </a:spcAft>
              <a:buClr>
                <a:schemeClr val="dk1"/>
              </a:buClr>
              <a:buSzPts val="4400"/>
              <a:buFont typeface="Gowun Batang"/>
              <a:buNone/>
              <a:defRPr sz="4400">
                <a:solidFill>
                  <a:schemeClr val="dk1"/>
                </a:solidFill>
              </a:defRPr>
            </a:lvl7pPr>
            <a:lvl8pPr lvl="7">
              <a:spcBef>
                <a:spcPts val="0"/>
              </a:spcBef>
              <a:spcAft>
                <a:spcPts val="0"/>
              </a:spcAft>
              <a:buClr>
                <a:schemeClr val="dk1"/>
              </a:buClr>
              <a:buSzPts val="4400"/>
              <a:buFont typeface="Gowun Batang"/>
              <a:buNone/>
              <a:defRPr sz="4400">
                <a:solidFill>
                  <a:schemeClr val="dk1"/>
                </a:solidFill>
              </a:defRPr>
            </a:lvl8pPr>
            <a:lvl9pPr lvl="8">
              <a:spcBef>
                <a:spcPts val="0"/>
              </a:spcBef>
              <a:spcAft>
                <a:spcPts val="0"/>
              </a:spcAft>
              <a:buClr>
                <a:schemeClr val="dk1"/>
              </a:buClr>
              <a:buSzPts val="4400"/>
              <a:buFont typeface="Gowun Batang"/>
              <a:buNone/>
              <a:defRPr sz="4400">
                <a:solidFill>
                  <a:schemeClr val="dk1"/>
                </a:solidFill>
              </a:defRPr>
            </a:lvl9pPr>
          </a:lstStyle>
          <a:p/>
        </p:txBody>
      </p:sp>
      <p:sp>
        <p:nvSpPr>
          <p:cNvPr id="719" name="Google Shape;719;p36"/>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
        <p:nvSpPr>
          <p:cNvPr id="720" name="Google Shape;720;p36"/>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21" name="Google Shape;721;p36"/>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722" name="Google Shape;722;p36"/>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723" name="Google Shape;723;p36"/>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724" name="Google Shape;724;p3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5" name="Google Shape;725;p3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6" name="Google Shape;726;p36"/>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7" name="Google Shape;727;p36"/>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8" name="Google Shape;728;p36"/>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LANK_1_1_1">
    <p:bg>
      <p:bgPr>
        <a:solidFill>
          <a:schemeClr val="lt2"/>
        </a:solidFill>
      </p:bgPr>
    </p:bg>
    <p:spTree>
      <p:nvGrpSpPr>
        <p:cNvPr id="729" name="Shape 729"/>
        <p:cNvGrpSpPr/>
        <p:nvPr/>
      </p:nvGrpSpPr>
      <p:grpSpPr>
        <a:xfrm>
          <a:off x="0" y="0"/>
          <a:ext cx="0" cy="0"/>
          <a:chOff x="0" y="0"/>
          <a:chExt cx="0" cy="0"/>
        </a:xfrm>
      </p:grpSpPr>
      <p:grpSp>
        <p:nvGrpSpPr>
          <p:cNvPr id="730" name="Google Shape;730;p37"/>
          <p:cNvGrpSpPr/>
          <p:nvPr/>
        </p:nvGrpSpPr>
        <p:grpSpPr>
          <a:xfrm rot="5400000">
            <a:off x="593777" y="654575"/>
            <a:ext cx="369896" cy="333900"/>
            <a:chOff x="96076" y="654376"/>
            <a:chExt cx="369896" cy="333900"/>
          </a:xfrm>
        </p:grpSpPr>
        <p:cxnSp>
          <p:nvCxnSpPr>
            <p:cNvPr id="731" name="Google Shape;731;p3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32" name="Google Shape;732;p3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33" name="Google Shape;733;p3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34" name="Google Shape;734;p37"/>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35" name="Google Shape;735;p3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36" name="Google Shape;736;p3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37" name="Google Shape;737;p3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38" name="Google Shape;738;p3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39" name="Google Shape;739;p3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40" name="Google Shape;740;p37"/>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41" name="Google Shape;741;p37"/>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42" name="Google Shape;742;p37"/>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43" name="Google Shape;743;p37"/>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_2">
    <p:bg>
      <p:bgPr>
        <a:solidFill>
          <a:schemeClr val="lt2"/>
        </a:solidFill>
      </p:bgPr>
    </p:bg>
    <p:spTree>
      <p:nvGrpSpPr>
        <p:cNvPr id="744" name="Shape 744"/>
        <p:cNvGrpSpPr/>
        <p:nvPr/>
      </p:nvGrpSpPr>
      <p:grpSpPr>
        <a:xfrm>
          <a:off x="0" y="0"/>
          <a:ext cx="0" cy="0"/>
          <a:chOff x="0" y="0"/>
          <a:chExt cx="0" cy="0"/>
        </a:xfrm>
      </p:grpSpPr>
      <p:grpSp>
        <p:nvGrpSpPr>
          <p:cNvPr id="745" name="Google Shape;745;p38"/>
          <p:cNvGrpSpPr/>
          <p:nvPr/>
        </p:nvGrpSpPr>
        <p:grpSpPr>
          <a:xfrm rot="5400000">
            <a:off x="593777" y="658085"/>
            <a:ext cx="369896" cy="333900"/>
            <a:chOff x="96076" y="654376"/>
            <a:chExt cx="369896" cy="333900"/>
          </a:xfrm>
        </p:grpSpPr>
        <p:cxnSp>
          <p:nvCxnSpPr>
            <p:cNvPr id="746" name="Google Shape;746;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47" name="Google Shape;747;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48" name="Google Shape;748;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49" name="Google Shape;749;p38"/>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50" name="Google Shape;750;p3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51" name="Google Shape;751;p3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2" name="Google Shape;752;p3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3" name="Google Shape;753;p3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4" name="Google Shape;754;p3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5" name="Google Shape;755;p38"/>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56" name="Google Shape;756;p38"/>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
        <p:nvSpPr>
          <p:cNvPr id="757" name="Google Shape;757;p38"/>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58" name="Google Shape;758;p38"/>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59" name="Google Shape;759;p3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60" name="Google Shape;760;p38"/>
          <p:cNvSpPr txBox="1"/>
          <p:nvPr>
            <p:ph idx="4"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61" name="Google Shape;761;p38"/>
          <p:cNvSpPr txBox="1"/>
          <p:nvPr>
            <p:ph idx="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62" name="Google Shape;762;p38"/>
          <p:cNvSpPr txBox="1"/>
          <p:nvPr>
            <p:ph idx="6"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
        <p:nvSpPr>
          <p:cNvPr id="763" name="Google Shape;763;p38"/>
          <p:cNvSpPr txBox="1"/>
          <p:nvPr>
            <p:ph idx="7" type="title"/>
          </p:nvPr>
        </p:nvSpPr>
        <p:spPr>
          <a:xfrm>
            <a:off x="501925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bg>
      <p:bgPr>
        <a:solidFill>
          <a:schemeClr val="lt2"/>
        </a:solidFill>
      </p:bgPr>
    </p:bg>
    <p:spTree>
      <p:nvGrpSpPr>
        <p:cNvPr id="764" name="Shape 764"/>
        <p:cNvGrpSpPr/>
        <p:nvPr/>
      </p:nvGrpSpPr>
      <p:grpSpPr>
        <a:xfrm>
          <a:off x="0" y="0"/>
          <a:ext cx="0" cy="0"/>
          <a:chOff x="0" y="0"/>
          <a:chExt cx="0" cy="0"/>
        </a:xfrm>
      </p:grpSpPr>
      <p:grpSp>
        <p:nvGrpSpPr>
          <p:cNvPr id="765" name="Google Shape;765;p39"/>
          <p:cNvGrpSpPr/>
          <p:nvPr/>
        </p:nvGrpSpPr>
        <p:grpSpPr>
          <a:xfrm rot="5400000">
            <a:off x="593777" y="658085"/>
            <a:ext cx="369896" cy="333900"/>
            <a:chOff x="96076" y="654376"/>
            <a:chExt cx="369896" cy="333900"/>
          </a:xfrm>
        </p:grpSpPr>
        <p:cxnSp>
          <p:nvCxnSpPr>
            <p:cNvPr id="766" name="Google Shape;766;p3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67" name="Google Shape;767;p3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68" name="Google Shape;768;p3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69" name="Google Shape;769;p39"/>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70" name="Google Shape;770;p3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71" name="Google Shape;771;p3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72" name="Google Shape;772;p3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73" name="Google Shape;773;p3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74" name="Google Shape;774;p3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75" name="Google Shape;775;p39"/>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_2">
    <p:bg>
      <p:bgPr>
        <a:solidFill>
          <a:schemeClr val="lt2"/>
        </a:solidFill>
      </p:bgPr>
    </p:bg>
    <p:spTree>
      <p:nvGrpSpPr>
        <p:cNvPr id="776" name="Shape 776"/>
        <p:cNvGrpSpPr/>
        <p:nvPr/>
      </p:nvGrpSpPr>
      <p:grpSpPr>
        <a:xfrm>
          <a:off x="0" y="0"/>
          <a:ext cx="0" cy="0"/>
          <a:chOff x="0" y="0"/>
          <a:chExt cx="0" cy="0"/>
        </a:xfrm>
      </p:grpSpPr>
      <p:grpSp>
        <p:nvGrpSpPr>
          <p:cNvPr id="777" name="Google Shape;777;p40"/>
          <p:cNvGrpSpPr/>
          <p:nvPr/>
        </p:nvGrpSpPr>
        <p:grpSpPr>
          <a:xfrm rot="5400000">
            <a:off x="593777" y="658085"/>
            <a:ext cx="369896" cy="333900"/>
            <a:chOff x="96076" y="654376"/>
            <a:chExt cx="369896" cy="333900"/>
          </a:xfrm>
        </p:grpSpPr>
        <p:cxnSp>
          <p:nvCxnSpPr>
            <p:cNvPr id="778" name="Google Shape;778;p4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79" name="Google Shape;779;p4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80" name="Google Shape;780;p4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81" name="Google Shape;781;p40"/>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82" name="Google Shape;782;p4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83" name="Google Shape;783;p4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4" name="Google Shape;784;p4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5" name="Google Shape;785;p4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6" name="Google Shape;786;p4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7" name="Google Shape;787;p40"/>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88" name="Google Shape;788;p4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89" name="Google Shape;789;p4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90" name="Google Shape;790;p4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BLANK_1_1_1_1_1">
    <p:bg>
      <p:bgPr>
        <a:solidFill>
          <a:schemeClr val="lt2"/>
        </a:solidFill>
      </p:bgPr>
    </p:bg>
    <p:spTree>
      <p:nvGrpSpPr>
        <p:cNvPr id="791" name="Shape 791"/>
        <p:cNvGrpSpPr/>
        <p:nvPr/>
      </p:nvGrpSpPr>
      <p:grpSpPr>
        <a:xfrm>
          <a:off x="0" y="0"/>
          <a:ext cx="0" cy="0"/>
          <a:chOff x="0" y="0"/>
          <a:chExt cx="0" cy="0"/>
        </a:xfrm>
      </p:grpSpPr>
      <p:grpSp>
        <p:nvGrpSpPr>
          <p:cNvPr id="792" name="Google Shape;792;p41"/>
          <p:cNvGrpSpPr/>
          <p:nvPr/>
        </p:nvGrpSpPr>
        <p:grpSpPr>
          <a:xfrm rot="5400000">
            <a:off x="593777" y="658085"/>
            <a:ext cx="369896" cy="333900"/>
            <a:chOff x="96076" y="654376"/>
            <a:chExt cx="369896" cy="333900"/>
          </a:xfrm>
        </p:grpSpPr>
        <p:cxnSp>
          <p:nvCxnSpPr>
            <p:cNvPr id="793" name="Google Shape;793;p41"/>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94" name="Google Shape;794;p4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95" name="Google Shape;795;p4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96" name="Google Shape;796;p41"/>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97" name="Google Shape;797;p41"/>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98" name="Google Shape;798;p4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99" name="Google Shape;799;p4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00" name="Google Shape;800;p41"/>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1" name="Google Shape;801;p41"/>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2" name="Google Shape;802;p41"/>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03" name="Google Shape;803;p41"/>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ALT 1">
  <p:cSld name="BLANK_1_1_1_1_1_2">
    <p:bg>
      <p:bgPr>
        <a:solidFill>
          <a:schemeClr val="lt2"/>
        </a:solidFill>
      </p:bgPr>
    </p:bg>
    <p:spTree>
      <p:nvGrpSpPr>
        <p:cNvPr id="804" name="Shape 804"/>
        <p:cNvGrpSpPr/>
        <p:nvPr/>
      </p:nvGrpSpPr>
      <p:grpSpPr>
        <a:xfrm>
          <a:off x="0" y="0"/>
          <a:ext cx="0" cy="0"/>
          <a:chOff x="0" y="0"/>
          <a:chExt cx="0" cy="0"/>
        </a:xfrm>
      </p:grpSpPr>
      <p:grpSp>
        <p:nvGrpSpPr>
          <p:cNvPr id="805" name="Google Shape;805;p42"/>
          <p:cNvGrpSpPr/>
          <p:nvPr/>
        </p:nvGrpSpPr>
        <p:grpSpPr>
          <a:xfrm rot="5400000">
            <a:off x="593777" y="658085"/>
            <a:ext cx="369896" cy="333900"/>
            <a:chOff x="96076" y="654376"/>
            <a:chExt cx="369896" cy="333900"/>
          </a:xfrm>
        </p:grpSpPr>
        <p:cxnSp>
          <p:nvCxnSpPr>
            <p:cNvPr id="806" name="Google Shape;806;p4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07" name="Google Shape;807;p4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08" name="Google Shape;808;p4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09" name="Google Shape;809;p42"/>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10" name="Google Shape;810;p4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11" name="Google Shape;811;p4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2" name="Google Shape;812;p4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3" name="Google Shape;813;p4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4" name="Google Shape;814;p4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5" name="Google Shape;815;p42"/>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16" name="Google Shape;816;p42"/>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17" name="Google Shape;817;p42"/>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18" name="Google Shape;818;p42"/>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19" name="Google Shape;819;p4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20" name="Google Shape;820;p42"/>
          <p:cNvSpPr txBox="1"/>
          <p:nvPr>
            <p:ph idx="5"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lt2"/>
        </a:solidFill>
      </p:bgPr>
    </p:bg>
    <p:spTree>
      <p:nvGrpSpPr>
        <p:cNvPr id="821" name="Shape 821"/>
        <p:cNvGrpSpPr/>
        <p:nvPr/>
      </p:nvGrpSpPr>
      <p:grpSpPr>
        <a:xfrm>
          <a:off x="0" y="0"/>
          <a:ext cx="0" cy="0"/>
          <a:chOff x="0" y="0"/>
          <a:chExt cx="0" cy="0"/>
        </a:xfrm>
      </p:grpSpPr>
      <p:cxnSp>
        <p:nvCxnSpPr>
          <p:cNvPr id="822" name="Google Shape;822;p43"/>
          <p:cNvCxnSpPr/>
          <p:nvPr/>
        </p:nvCxnSpPr>
        <p:spPr>
          <a:xfrm>
            <a:off x="514575"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23" name="Google Shape;823;p43"/>
          <p:cNvCxnSpPr/>
          <p:nvPr/>
        </p:nvCxnSpPr>
        <p:spPr>
          <a:xfrm>
            <a:off x="8622600"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24" name="Google Shape;824;p43"/>
          <p:cNvCxnSpPr/>
          <p:nvPr/>
        </p:nvCxnSpPr>
        <p:spPr>
          <a:xfrm>
            <a:off x="-675" y="521125"/>
            <a:ext cx="9145200" cy="0"/>
          </a:xfrm>
          <a:prstGeom prst="straightConnector1">
            <a:avLst/>
          </a:prstGeom>
          <a:noFill/>
          <a:ln cap="flat" cmpd="sng" w="9525">
            <a:solidFill>
              <a:schemeClr val="lt1"/>
            </a:solidFill>
            <a:prstDash val="solid"/>
            <a:round/>
            <a:headEnd len="sm" w="sm" type="none"/>
            <a:tailEnd len="sm" w="sm" type="none"/>
          </a:ln>
        </p:spPr>
      </p:cxnSp>
      <p:cxnSp>
        <p:nvCxnSpPr>
          <p:cNvPr id="825" name="Google Shape;825;p43"/>
          <p:cNvCxnSpPr/>
          <p:nvPr/>
        </p:nvCxnSpPr>
        <p:spPr>
          <a:xfrm>
            <a:off x="-675" y="4619425"/>
            <a:ext cx="9145200" cy="0"/>
          </a:xfrm>
          <a:prstGeom prst="straightConnector1">
            <a:avLst/>
          </a:prstGeom>
          <a:noFill/>
          <a:ln cap="flat" cmpd="sng" w="9525">
            <a:solidFill>
              <a:schemeClr val="lt1"/>
            </a:solidFill>
            <a:prstDash val="solid"/>
            <a:round/>
            <a:headEnd len="sm" w="sm" type="none"/>
            <a:tailEnd len="sm" w="sm" type="none"/>
          </a:ln>
        </p:spPr>
      </p:cxnSp>
      <p:sp>
        <p:nvSpPr>
          <p:cNvPr id="826" name="Google Shape;826;p43"/>
          <p:cNvSpPr txBox="1"/>
          <p:nvPr>
            <p:ph type="title"/>
          </p:nvPr>
        </p:nvSpPr>
        <p:spPr>
          <a:xfrm>
            <a:off x="511600" y="1703125"/>
            <a:ext cx="8111100" cy="173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400"/>
              <a:buFont typeface="Gowun Batang"/>
              <a:buNone/>
              <a:defRPr sz="4400"/>
            </a:lvl1pPr>
            <a:lvl2pPr lvl="1" algn="ctr">
              <a:spcBef>
                <a:spcPts val="0"/>
              </a:spcBef>
              <a:spcAft>
                <a:spcPts val="0"/>
              </a:spcAft>
              <a:buClr>
                <a:schemeClr val="lt1"/>
              </a:buClr>
              <a:buSzPts val="5500"/>
              <a:buFont typeface="Gowun Batang"/>
              <a:buNone/>
              <a:defRPr sz="5500"/>
            </a:lvl2pPr>
            <a:lvl3pPr lvl="2" algn="ctr">
              <a:spcBef>
                <a:spcPts val="0"/>
              </a:spcBef>
              <a:spcAft>
                <a:spcPts val="0"/>
              </a:spcAft>
              <a:buClr>
                <a:schemeClr val="lt1"/>
              </a:buClr>
              <a:buSzPts val="5500"/>
              <a:buFont typeface="Gowun Batang"/>
              <a:buNone/>
              <a:defRPr sz="5500"/>
            </a:lvl3pPr>
            <a:lvl4pPr lvl="3" algn="ctr">
              <a:spcBef>
                <a:spcPts val="0"/>
              </a:spcBef>
              <a:spcAft>
                <a:spcPts val="0"/>
              </a:spcAft>
              <a:buClr>
                <a:schemeClr val="lt1"/>
              </a:buClr>
              <a:buSzPts val="5500"/>
              <a:buFont typeface="Gowun Batang"/>
              <a:buNone/>
              <a:defRPr sz="5500"/>
            </a:lvl4pPr>
            <a:lvl5pPr lvl="4" algn="ctr">
              <a:spcBef>
                <a:spcPts val="0"/>
              </a:spcBef>
              <a:spcAft>
                <a:spcPts val="0"/>
              </a:spcAft>
              <a:buClr>
                <a:schemeClr val="lt1"/>
              </a:buClr>
              <a:buSzPts val="5500"/>
              <a:buFont typeface="Gowun Batang"/>
              <a:buNone/>
              <a:defRPr sz="5500"/>
            </a:lvl5pPr>
            <a:lvl6pPr lvl="5" algn="ctr">
              <a:spcBef>
                <a:spcPts val="0"/>
              </a:spcBef>
              <a:spcAft>
                <a:spcPts val="0"/>
              </a:spcAft>
              <a:buClr>
                <a:schemeClr val="lt1"/>
              </a:buClr>
              <a:buSzPts val="5500"/>
              <a:buFont typeface="Gowun Batang"/>
              <a:buNone/>
              <a:defRPr sz="5500"/>
            </a:lvl6pPr>
            <a:lvl7pPr lvl="6" algn="ctr">
              <a:spcBef>
                <a:spcPts val="0"/>
              </a:spcBef>
              <a:spcAft>
                <a:spcPts val="0"/>
              </a:spcAft>
              <a:buClr>
                <a:schemeClr val="lt1"/>
              </a:buClr>
              <a:buSzPts val="5500"/>
              <a:buFont typeface="Gowun Batang"/>
              <a:buNone/>
              <a:defRPr sz="5500"/>
            </a:lvl7pPr>
            <a:lvl8pPr lvl="7" algn="ctr">
              <a:spcBef>
                <a:spcPts val="0"/>
              </a:spcBef>
              <a:spcAft>
                <a:spcPts val="0"/>
              </a:spcAft>
              <a:buClr>
                <a:schemeClr val="lt1"/>
              </a:buClr>
              <a:buSzPts val="5500"/>
              <a:buFont typeface="Gowun Batang"/>
              <a:buNone/>
              <a:defRPr sz="5500"/>
            </a:lvl8pPr>
            <a:lvl9pPr lvl="8" algn="ctr">
              <a:spcBef>
                <a:spcPts val="0"/>
              </a:spcBef>
              <a:spcAft>
                <a:spcPts val="0"/>
              </a:spcAft>
              <a:buClr>
                <a:schemeClr val="lt1"/>
              </a:buClr>
              <a:buSzPts val="5500"/>
              <a:buFont typeface="Gowun Batang"/>
              <a:buNone/>
              <a:defRPr sz="55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BLANK_1_1_1_1_1_1_1_1_2_3">
    <p:bg>
      <p:bgPr>
        <a:solidFill>
          <a:schemeClr val="lt2"/>
        </a:solidFill>
      </p:bgPr>
    </p:bg>
    <p:spTree>
      <p:nvGrpSpPr>
        <p:cNvPr id="827" name="Shape 827"/>
        <p:cNvGrpSpPr/>
        <p:nvPr/>
      </p:nvGrpSpPr>
      <p:grpSpPr>
        <a:xfrm>
          <a:off x="0" y="0"/>
          <a:ext cx="0" cy="0"/>
          <a:chOff x="0" y="0"/>
          <a:chExt cx="0" cy="0"/>
        </a:xfrm>
      </p:grpSpPr>
      <p:sp>
        <p:nvSpPr>
          <p:cNvPr id="828" name="Google Shape;828;p44"/>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29" name="Google Shape;829;p4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0" name="Google Shape;830;p4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31" name="Google Shape;831;p44"/>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2" name="Google Shape;832;p4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33" name="Google Shape;833;p44"/>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ALT 1">
  <p:cSld name="BLANK_1_1_1_1_1_1_1_1_2_3_1">
    <p:bg>
      <p:bgPr>
        <a:solidFill>
          <a:schemeClr val="lt2"/>
        </a:solidFill>
      </p:bgPr>
    </p:bg>
    <p:spTree>
      <p:nvGrpSpPr>
        <p:cNvPr id="834" name="Shape 834"/>
        <p:cNvGrpSpPr/>
        <p:nvPr/>
      </p:nvGrpSpPr>
      <p:grpSpPr>
        <a:xfrm>
          <a:off x="0" y="0"/>
          <a:ext cx="0" cy="0"/>
          <a:chOff x="0" y="0"/>
          <a:chExt cx="0" cy="0"/>
        </a:xfrm>
      </p:grpSpPr>
      <p:sp>
        <p:nvSpPr>
          <p:cNvPr id="835" name="Google Shape;835;p45"/>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36" name="Google Shape;836;p4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7" name="Google Shape;837;p4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38" name="Google Shape;838;p45"/>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9" name="Google Shape;839;p4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40" name="Google Shape;840;p45"/>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841" name="Google Shape;841;p45"/>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42" name="Google Shape;842;p4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43" name="Google Shape;843;p45"/>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 Dark ALT">
  <p:cSld name="BLANK_1_1_1_1_1_1_1_1_2_2">
    <p:bg>
      <p:bgPr>
        <a:solidFill>
          <a:schemeClr val="dk2"/>
        </a:solidFill>
      </p:bgPr>
    </p:bg>
    <p:spTree>
      <p:nvGrpSpPr>
        <p:cNvPr id="844" name="Shape 844"/>
        <p:cNvGrpSpPr/>
        <p:nvPr/>
      </p:nvGrpSpPr>
      <p:grpSpPr>
        <a:xfrm>
          <a:off x="0" y="0"/>
          <a:ext cx="0" cy="0"/>
          <a:chOff x="0" y="0"/>
          <a:chExt cx="0" cy="0"/>
        </a:xfrm>
      </p:grpSpPr>
      <p:sp>
        <p:nvSpPr>
          <p:cNvPr id="845" name="Google Shape;845;p46"/>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46" name="Google Shape;846;p46"/>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47" name="Google Shape;847;p4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48" name="Google Shape;848;p4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49" name="Google Shape;849;p4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50" name="Google Shape;850;p46"/>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51" name="Google Shape;851;p4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852" name="Google Shape;852;p46"/>
          <p:cNvSpPr txBox="1"/>
          <p:nvPr>
            <p:ph type="title"/>
          </p:nvPr>
        </p:nvSpPr>
        <p:spPr>
          <a:xfrm>
            <a:off x="6773750" y="841725"/>
            <a:ext cx="1848900" cy="364800"/>
          </a:xfrm>
          <a:prstGeom prst="rect">
            <a:avLst/>
          </a:prstGeom>
        </p:spPr>
        <p:txBody>
          <a:bodyPr anchorCtr="0" anchor="ctr" bIns="91425" lIns="182875"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853" name="Google Shape;853;p46"/>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854" name="Google Shape;854;p46"/>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cxnSp>
        <p:nvCxnSpPr>
          <p:cNvPr id="855" name="Google Shape;855;p46"/>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rk ALT">
  <p:cSld name="BLANK_1_1_1_1_1_1_1_1_2_2_1">
    <p:bg>
      <p:bgPr>
        <a:solidFill>
          <a:schemeClr val="dk2"/>
        </a:solidFill>
      </p:bgPr>
    </p:bg>
    <p:spTree>
      <p:nvGrpSpPr>
        <p:cNvPr id="856" name="Shape 856"/>
        <p:cNvGrpSpPr/>
        <p:nvPr/>
      </p:nvGrpSpPr>
      <p:grpSpPr>
        <a:xfrm>
          <a:off x="0" y="0"/>
          <a:ext cx="0" cy="0"/>
          <a:chOff x="0" y="0"/>
          <a:chExt cx="0" cy="0"/>
        </a:xfrm>
      </p:grpSpPr>
      <p:sp>
        <p:nvSpPr>
          <p:cNvPr id="857" name="Google Shape;857;p47"/>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58" name="Google Shape;858;p4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59" name="Google Shape;859;p4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60" name="Google Shape;860;p4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61" name="Google Shape;861;p47"/>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62" name="Google Shape;862;p47"/>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63" name="Google Shape;863;p4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864" name="Google Shape;864;p47"/>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
        <p:nvSpPr>
          <p:cNvPr id="865" name="Google Shape;865;p47"/>
          <p:cNvSpPr txBox="1"/>
          <p:nvPr>
            <p:ph idx="4"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
    <p:bg>
      <p:bgPr>
        <a:solidFill>
          <a:schemeClr val="lt2"/>
        </a:solidFill>
      </p:bgPr>
    </p:bg>
    <p:spTree>
      <p:nvGrpSpPr>
        <p:cNvPr id="866" name="Shape 866"/>
        <p:cNvGrpSpPr/>
        <p:nvPr/>
      </p:nvGrpSpPr>
      <p:grpSpPr>
        <a:xfrm>
          <a:off x="0" y="0"/>
          <a:ext cx="0" cy="0"/>
          <a:chOff x="0" y="0"/>
          <a:chExt cx="0" cy="0"/>
        </a:xfrm>
      </p:grpSpPr>
      <p:cxnSp>
        <p:nvCxnSpPr>
          <p:cNvPr id="867" name="Google Shape;867;p4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68" name="Google Shape;868;p4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69" name="Google Shape;869;p4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70" name="Google Shape;870;p4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1" name="Google Shape;871;p48"/>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72" name="Google Shape;872;p48"/>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 ALT 1">
  <p:cSld name="BLANK_1_1_1_1_1_1_1_1_1_2">
    <p:bg>
      <p:bgPr>
        <a:solidFill>
          <a:schemeClr val="lt2"/>
        </a:solidFill>
      </p:bgPr>
    </p:bg>
    <p:spTree>
      <p:nvGrpSpPr>
        <p:cNvPr id="873" name="Shape 873"/>
        <p:cNvGrpSpPr/>
        <p:nvPr/>
      </p:nvGrpSpPr>
      <p:grpSpPr>
        <a:xfrm>
          <a:off x="0" y="0"/>
          <a:ext cx="0" cy="0"/>
          <a:chOff x="0" y="0"/>
          <a:chExt cx="0" cy="0"/>
        </a:xfrm>
      </p:grpSpPr>
      <p:cxnSp>
        <p:nvCxnSpPr>
          <p:cNvPr id="874" name="Google Shape;874;p4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75" name="Google Shape;875;p4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76" name="Google Shape;876;p4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77" name="Google Shape;877;p4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8" name="Google Shape;878;p49"/>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79" name="Google Shape;879;p49"/>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
        <p:nvSpPr>
          <p:cNvPr id="880" name="Google Shape;880;p49"/>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81" name="Google Shape;881;p4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2" name="Google Shape;882;p49"/>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3" name="Google Shape;883;p49"/>
          <p:cNvSpPr txBox="1"/>
          <p:nvPr>
            <p:ph idx="5" type="title"/>
          </p:nvPr>
        </p:nvSpPr>
        <p:spPr>
          <a:xfrm>
            <a:off x="5019300" y="91975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2">
  <p:cSld name="BLANK_1_1_1_1_1_1_1_1_1_1_2">
    <p:bg>
      <p:bgPr>
        <a:solidFill>
          <a:schemeClr val="lt2"/>
        </a:solidFill>
      </p:bgPr>
    </p:bg>
    <p:spTree>
      <p:nvGrpSpPr>
        <p:cNvPr id="884" name="Shape 884"/>
        <p:cNvGrpSpPr/>
        <p:nvPr/>
      </p:nvGrpSpPr>
      <p:grpSpPr>
        <a:xfrm>
          <a:off x="0" y="0"/>
          <a:ext cx="0" cy="0"/>
          <a:chOff x="0" y="0"/>
          <a:chExt cx="0" cy="0"/>
        </a:xfrm>
      </p:grpSpPr>
      <p:sp>
        <p:nvSpPr>
          <p:cNvPr id="885" name="Google Shape;885;p50"/>
          <p:cNvSpPr/>
          <p:nvPr/>
        </p:nvSpPr>
        <p:spPr>
          <a:xfrm>
            <a:off x="3456825" y="841725"/>
            <a:ext cx="2763600" cy="430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86" name="Google Shape;886;p50"/>
          <p:cNvSpPr txBox="1"/>
          <p:nvPr>
            <p:ph idx="1" type="subTitle"/>
          </p:nvPr>
        </p:nvSpPr>
        <p:spPr>
          <a:xfrm>
            <a:off x="10353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887" name="Google Shape;887;p50"/>
          <p:cNvSpPr txBox="1"/>
          <p:nvPr>
            <p:ph idx="2" type="subTitle"/>
          </p:nvPr>
        </p:nvSpPr>
        <p:spPr>
          <a:xfrm>
            <a:off x="67257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888" name="Google Shape;888;p50"/>
          <p:cNvSpPr txBox="1"/>
          <p:nvPr>
            <p:ph idx="3" type="subTitle"/>
          </p:nvPr>
        </p:nvSpPr>
        <p:spPr>
          <a:xfrm>
            <a:off x="3887200"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889" name="Google Shape;889;p50"/>
          <p:cNvSpPr txBox="1"/>
          <p:nvPr>
            <p:ph type="title"/>
          </p:nvPr>
        </p:nvSpPr>
        <p:spPr>
          <a:xfrm>
            <a:off x="25115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0" name="Google Shape;890;p50"/>
          <p:cNvSpPr txBox="1"/>
          <p:nvPr>
            <p:ph idx="4" type="title"/>
          </p:nvPr>
        </p:nvSpPr>
        <p:spPr>
          <a:xfrm>
            <a:off x="82019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1" name="Google Shape;891;p50"/>
          <p:cNvSpPr txBox="1"/>
          <p:nvPr>
            <p:ph idx="5" type="title"/>
          </p:nvPr>
        </p:nvSpPr>
        <p:spPr>
          <a:xfrm>
            <a:off x="11791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892" name="Google Shape;892;p50"/>
          <p:cNvSpPr txBox="1"/>
          <p:nvPr>
            <p:ph idx="6" type="title"/>
          </p:nvPr>
        </p:nvSpPr>
        <p:spPr>
          <a:xfrm>
            <a:off x="68695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893" name="Google Shape;893;p50"/>
          <p:cNvSpPr txBox="1"/>
          <p:nvPr>
            <p:ph idx="7" type="title"/>
          </p:nvPr>
        </p:nvSpPr>
        <p:spPr>
          <a:xfrm>
            <a:off x="490600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894" name="Google Shape;894;p50"/>
          <p:cNvSpPr txBox="1"/>
          <p:nvPr>
            <p:ph idx="8" type="title"/>
          </p:nvPr>
        </p:nvSpPr>
        <p:spPr>
          <a:xfrm>
            <a:off x="5363375"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5" name="Google Shape;895;p50"/>
          <p:cNvSpPr txBox="1"/>
          <p:nvPr>
            <p:ph idx="9" type="body"/>
          </p:nvPr>
        </p:nvSpPr>
        <p:spPr>
          <a:xfrm>
            <a:off x="922250"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6" name="Google Shape;896;p50"/>
          <p:cNvSpPr txBox="1"/>
          <p:nvPr>
            <p:ph idx="13" type="body"/>
          </p:nvPr>
        </p:nvSpPr>
        <p:spPr>
          <a:xfrm>
            <a:off x="6613213"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7" name="Google Shape;897;p50"/>
          <p:cNvSpPr txBox="1"/>
          <p:nvPr>
            <p:ph idx="14" type="body"/>
          </p:nvPr>
        </p:nvSpPr>
        <p:spPr>
          <a:xfrm>
            <a:off x="3767726"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8" name="Google Shape;898;p50"/>
          <p:cNvSpPr txBox="1"/>
          <p:nvPr>
            <p:ph idx="15" type="title"/>
          </p:nvPr>
        </p:nvSpPr>
        <p:spPr>
          <a:xfrm>
            <a:off x="922925"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899" name="Google Shape;899;p50"/>
          <p:cNvCxnSpPr/>
          <p:nvPr/>
        </p:nvCxnSpPr>
        <p:spPr>
          <a:xfrm rot="10800000">
            <a:off x="13529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00" name="Google Shape;900;p50"/>
          <p:cNvSpPr/>
          <p:nvPr/>
        </p:nvSpPr>
        <p:spPr>
          <a:xfrm>
            <a:off x="13494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cxnSp>
        <p:nvCxnSpPr>
          <p:cNvPr id="901" name="Google Shape;901;p50"/>
          <p:cNvCxnSpPr/>
          <p:nvPr/>
        </p:nvCxnSpPr>
        <p:spPr>
          <a:xfrm rot="10800000">
            <a:off x="10353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02" name="Google Shape;902;p50"/>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03" name="Google Shape;903;p50"/>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04" name="Google Shape;904;p50"/>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05" name="Google Shape;905;p5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06" name="Google Shape;906;p5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07" name="Google Shape;907;p5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08" name="Google Shape;908;p5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09" name="Google Shape;909;p5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910" name="Google Shape;910;p50"/>
          <p:cNvSpPr txBox="1"/>
          <p:nvPr>
            <p:ph idx="19"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911" name="Google Shape;911;p50"/>
          <p:cNvCxnSpPr/>
          <p:nvPr/>
        </p:nvCxnSpPr>
        <p:spPr>
          <a:xfrm rot="10800000">
            <a:off x="70433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12" name="Google Shape;912;p50"/>
          <p:cNvSpPr/>
          <p:nvPr/>
        </p:nvSpPr>
        <p:spPr>
          <a:xfrm>
            <a:off x="70398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13" name="Google Shape;913;p50"/>
          <p:cNvCxnSpPr/>
          <p:nvPr/>
        </p:nvCxnSpPr>
        <p:spPr>
          <a:xfrm rot="10800000">
            <a:off x="67257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14" name="Google Shape;914;p50"/>
          <p:cNvSpPr txBox="1"/>
          <p:nvPr>
            <p:ph idx="20" type="title"/>
          </p:nvPr>
        </p:nvSpPr>
        <p:spPr>
          <a:xfrm>
            <a:off x="6613888"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15" name="Google Shape;915;p50"/>
          <p:cNvCxnSpPr/>
          <p:nvPr/>
        </p:nvCxnSpPr>
        <p:spPr>
          <a:xfrm rot="10800000">
            <a:off x="520800" y="2203225"/>
            <a:ext cx="8623200" cy="0"/>
          </a:xfrm>
          <a:prstGeom prst="straightConnector1">
            <a:avLst/>
          </a:prstGeom>
          <a:noFill/>
          <a:ln cap="flat" cmpd="sng" w="9525">
            <a:solidFill>
              <a:schemeClr val="lt1"/>
            </a:solidFill>
            <a:prstDash val="solid"/>
            <a:round/>
            <a:headEnd len="sm" w="sm" type="none"/>
            <a:tailEnd len="sm" w="sm" type="none"/>
          </a:ln>
        </p:spPr>
      </p:cxnSp>
      <p:sp>
        <p:nvSpPr>
          <p:cNvPr id="916" name="Google Shape;916;p50"/>
          <p:cNvSpPr txBox="1"/>
          <p:nvPr>
            <p:ph idx="21" type="title"/>
          </p:nvPr>
        </p:nvSpPr>
        <p:spPr>
          <a:xfrm>
            <a:off x="3768413"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17" name="Google Shape;917;p50"/>
          <p:cNvCxnSpPr/>
          <p:nvPr/>
        </p:nvCxnSpPr>
        <p:spPr>
          <a:xfrm rot="10800000">
            <a:off x="4204772"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18" name="Google Shape;918;p50"/>
          <p:cNvSpPr/>
          <p:nvPr/>
        </p:nvSpPr>
        <p:spPr>
          <a:xfrm>
            <a:off x="5076315" y="4383492"/>
            <a:ext cx="105900" cy="111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19" name="Google Shape;919;p50"/>
          <p:cNvCxnSpPr/>
          <p:nvPr/>
        </p:nvCxnSpPr>
        <p:spPr>
          <a:xfrm rot="10800000">
            <a:off x="3887050" y="4439000"/>
            <a:ext cx="1212600" cy="0"/>
          </a:xfrm>
          <a:prstGeom prst="straightConnector1">
            <a:avLst/>
          </a:prstGeom>
          <a:noFill/>
          <a:ln cap="flat" cmpd="sng" w="19050">
            <a:solidFill>
              <a:schemeClr val="lt1"/>
            </a:solidFill>
            <a:prstDash val="solid"/>
            <a:round/>
            <a:headEnd len="sm" w="sm" type="none"/>
            <a:tailEnd len="sm" w="sm" type="none"/>
          </a:ln>
        </p:spPr>
      </p:cxnSp>
      <p:cxnSp>
        <p:nvCxnSpPr>
          <p:cNvPr id="920" name="Google Shape;920;p50"/>
          <p:cNvCxnSpPr/>
          <p:nvPr/>
        </p:nvCxnSpPr>
        <p:spPr>
          <a:xfrm rot="10800000">
            <a:off x="527025" y="3852400"/>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3">
  <p:cSld name="CUSTOM">
    <p:bg>
      <p:bgPr>
        <a:solidFill>
          <a:schemeClr val="lt1"/>
        </a:solidFill>
      </p:bgPr>
    </p:bg>
    <p:spTree>
      <p:nvGrpSpPr>
        <p:cNvPr id="921" name="Shape 921"/>
        <p:cNvGrpSpPr/>
        <p:nvPr/>
      </p:nvGrpSpPr>
      <p:grpSpPr>
        <a:xfrm>
          <a:off x="0" y="0"/>
          <a:ext cx="0" cy="0"/>
          <a:chOff x="0" y="0"/>
          <a:chExt cx="0" cy="0"/>
        </a:xfrm>
      </p:grpSpPr>
      <p:grpSp>
        <p:nvGrpSpPr>
          <p:cNvPr id="922" name="Google Shape;922;p51"/>
          <p:cNvGrpSpPr/>
          <p:nvPr/>
        </p:nvGrpSpPr>
        <p:grpSpPr>
          <a:xfrm rot="5400000">
            <a:off x="593777" y="658085"/>
            <a:ext cx="369896" cy="333900"/>
            <a:chOff x="96076" y="654376"/>
            <a:chExt cx="369896" cy="333900"/>
          </a:xfrm>
        </p:grpSpPr>
        <p:cxnSp>
          <p:nvCxnSpPr>
            <p:cNvPr id="923" name="Google Shape;923;p51"/>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924" name="Google Shape;924;p5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25" name="Google Shape;925;p5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26" name="Google Shape;926;p51"/>
          <p:cNvSpPr txBox="1"/>
          <p:nvPr>
            <p:ph type="title"/>
          </p:nvPr>
        </p:nvSpPr>
        <p:spPr>
          <a:xfrm>
            <a:off x="4322575" y="121745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27" name="Google Shape;927;p51"/>
          <p:cNvSpPr txBox="1"/>
          <p:nvPr>
            <p:ph idx="2" type="title"/>
          </p:nvPr>
        </p:nvSpPr>
        <p:spPr>
          <a:xfrm>
            <a:off x="1040875" y="1217450"/>
            <a:ext cx="3281700" cy="552000"/>
          </a:xfrm>
          <a:prstGeom prst="rect">
            <a:avLst/>
          </a:prstGeom>
        </p:spPr>
        <p:txBody>
          <a:bodyPr anchorCtr="0" anchor="b" bIns="91425" lIns="274300" spcFirstLastPara="1" rIns="182875" wrap="square" tIns="91425">
            <a:noAutofit/>
          </a:bodyPr>
          <a:lstStyle>
            <a:lvl1pPr lvl="0">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1pPr>
            <a:lvl2pPr lvl="1">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2pPr>
            <a:lvl3pPr lvl="2">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3pPr>
            <a:lvl4pPr lvl="3">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4pPr>
            <a:lvl5pPr lvl="4">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5pPr>
            <a:lvl6pPr lvl="5">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6pPr>
            <a:lvl7pPr lvl="6">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7pPr>
            <a:lvl8pPr lvl="7">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8pPr>
            <a:lvl9pPr lvl="8">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9pPr>
          </a:lstStyle>
          <a:p/>
        </p:txBody>
      </p:sp>
      <p:sp>
        <p:nvSpPr>
          <p:cNvPr id="928" name="Google Shape;928;p51"/>
          <p:cNvSpPr txBox="1"/>
          <p:nvPr>
            <p:ph idx="1" type="body"/>
          </p:nvPr>
        </p:nvSpPr>
        <p:spPr>
          <a:xfrm>
            <a:off x="1042100" y="1764975"/>
            <a:ext cx="3281700" cy="293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929" name="Google Shape;929;p51"/>
          <p:cNvSpPr txBox="1"/>
          <p:nvPr>
            <p:ph idx="3" type="subTitle"/>
          </p:nvPr>
        </p:nvSpPr>
        <p:spPr>
          <a:xfrm>
            <a:off x="1040400" y="334925"/>
            <a:ext cx="75825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930" name="Google Shape;930;p51"/>
          <p:cNvSpPr txBox="1"/>
          <p:nvPr>
            <p:ph idx="4" type="title"/>
          </p:nvPr>
        </p:nvSpPr>
        <p:spPr>
          <a:xfrm flipH="1">
            <a:off x="1046175" y="670000"/>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
        <p:nvSpPr>
          <p:cNvPr id="931" name="Google Shape;931;p51"/>
          <p:cNvSpPr/>
          <p:nvPr/>
        </p:nvSpPr>
        <p:spPr>
          <a:xfrm>
            <a:off x="4324853" y="1916138"/>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51"/>
          <p:cNvSpPr/>
          <p:nvPr/>
        </p:nvSpPr>
        <p:spPr>
          <a:xfrm>
            <a:off x="4324853" y="2613500"/>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33" name="Google Shape;933;p51"/>
          <p:cNvCxnSpPr/>
          <p:nvPr/>
        </p:nvCxnSpPr>
        <p:spPr>
          <a:xfrm rot="10800000">
            <a:off x="4324673" y="156706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4" name="Google Shape;934;p51"/>
          <p:cNvCxnSpPr/>
          <p:nvPr/>
        </p:nvCxnSpPr>
        <p:spPr>
          <a:xfrm rot="10800000">
            <a:off x="4324066" y="191528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5" name="Google Shape;935;p51"/>
          <p:cNvCxnSpPr/>
          <p:nvPr/>
        </p:nvCxnSpPr>
        <p:spPr>
          <a:xfrm rot="10800000">
            <a:off x="4324066" y="226444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6" name="Google Shape;936;p51"/>
          <p:cNvCxnSpPr/>
          <p:nvPr/>
        </p:nvCxnSpPr>
        <p:spPr>
          <a:xfrm rot="10800000">
            <a:off x="4324066" y="261266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7" name="Google Shape;937;p51"/>
          <p:cNvCxnSpPr/>
          <p:nvPr/>
        </p:nvCxnSpPr>
        <p:spPr>
          <a:xfrm rot="10800000">
            <a:off x="4323597" y="296182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8" name="Google Shape;938;p51"/>
          <p:cNvCxnSpPr/>
          <p:nvPr/>
        </p:nvCxnSpPr>
        <p:spPr>
          <a:xfrm rot="10800000">
            <a:off x="4324048" y="331111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9" name="Google Shape;939;p51"/>
          <p:cNvCxnSpPr/>
          <p:nvPr/>
        </p:nvCxnSpPr>
        <p:spPr>
          <a:xfrm rot="10800000">
            <a:off x="4323441" y="365933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0" name="Google Shape;940;p51"/>
          <p:cNvCxnSpPr/>
          <p:nvPr/>
        </p:nvCxnSpPr>
        <p:spPr>
          <a:xfrm rot="10800000">
            <a:off x="4323441" y="400849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1" name="Google Shape;941;p51"/>
          <p:cNvCxnSpPr/>
          <p:nvPr/>
        </p:nvCxnSpPr>
        <p:spPr>
          <a:xfrm rot="10800000">
            <a:off x="4323441" y="435671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2" name="Google Shape;942;p51"/>
          <p:cNvCxnSpPr/>
          <p:nvPr/>
        </p:nvCxnSpPr>
        <p:spPr>
          <a:xfrm rot="10800000">
            <a:off x="4322972" y="4705875"/>
            <a:ext cx="4298100" cy="0"/>
          </a:xfrm>
          <a:prstGeom prst="straightConnector1">
            <a:avLst/>
          </a:prstGeom>
          <a:noFill/>
          <a:ln cap="flat" cmpd="sng" w="9525">
            <a:solidFill>
              <a:schemeClr val="accent6"/>
            </a:solidFill>
            <a:prstDash val="solid"/>
            <a:round/>
            <a:headEnd len="sm" w="sm" type="none"/>
            <a:tailEnd len="sm" w="sm" type="none"/>
          </a:ln>
        </p:spPr>
      </p:cxnSp>
      <p:sp>
        <p:nvSpPr>
          <p:cNvPr id="943" name="Google Shape;943;p51"/>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944" name="Google Shape;944;p51"/>
          <p:cNvSpPr txBox="1"/>
          <p:nvPr>
            <p:ph idx="6"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945" name="Google Shape;945;p51"/>
          <p:cNvSpPr txBox="1"/>
          <p:nvPr>
            <p:ph idx="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946" name="Google Shape;946;p51"/>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47" name="Google Shape;947;p51"/>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48" name="Google Shape;948;p51"/>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49" name="Google Shape;949;p51"/>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50" name="Google Shape;950;p51"/>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51" name="Google Shape;951;p51"/>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52" name="Google Shape;952;p51"/>
          <p:cNvCxnSpPr/>
          <p:nvPr/>
        </p:nvCxnSpPr>
        <p:spPr>
          <a:xfrm>
            <a:off x="4322575" y="1217450"/>
            <a:ext cx="0" cy="3926100"/>
          </a:xfrm>
          <a:prstGeom prst="straightConnector1">
            <a:avLst/>
          </a:prstGeom>
          <a:noFill/>
          <a:ln cap="flat" cmpd="sng" w="9525">
            <a:solidFill>
              <a:schemeClr val="accent6"/>
            </a:solidFill>
            <a:prstDash val="solid"/>
            <a:round/>
            <a:headEnd len="sm" w="sm" type="none"/>
            <a:tailEnd len="sm" w="sm" type="none"/>
          </a:ln>
        </p:spPr>
      </p:cxnSp>
      <p:cxnSp>
        <p:nvCxnSpPr>
          <p:cNvPr id="953" name="Google Shape;953;p51"/>
          <p:cNvCxnSpPr/>
          <p:nvPr/>
        </p:nvCxnSpPr>
        <p:spPr>
          <a:xfrm>
            <a:off x="8622700" y="334850"/>
            <a:ext cx="0" cy="4809600"/>
          </a:xfrm>
          <a:prstGeom prst="straightConnector1">
            <a:avLst/>
          </a:prstGeom>
          <a:noFill/>
          <a:ln cap="flat" cmpd="sng" w="9525">
            <a:solidFill>
              <a:schemeClr val="accent6"/>
            </a:solidFill>
            <a:prstDash val="solid"/>
            <a:round/>
            <a:headEnd len="sm" w="sm" type="none"/>
            <a:tailEnd len="sm" w="sm" type="none"/>
          </a:ln>
        </p:spPr>
      </p:cxnSp>
      <p:sp>
        <p:nvSpPr>
          <p:cNvPr id="954" name="Google Shape;954;p51"/>
          <p:cNvSpPr txBox="1"/>
          <p:nvPr>
            <p:ph idx="8" type="title"/>
          </p:nvPr>
        </p:nvSpPr>
        <p:spPr>
          <a:xfrm>
            <a:off x="4322575" y="156680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5" name="Google Shape;955;p51"/>
          <p:cNvSpPr txBox="1"/>
          <p:nvPr>
            <p:ph idx="9" type="title"/>
          </p:nvPr>
        </p:nvSpPr>
        <p:spPr>
          <a:xfrm>
            <a:off x="4322575" y="191562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6" name="Google Shape;956;p51"/>
          <p:cNvSpPr txBox="1"/>
          <p:nvPr>
            <p:ph idx="13" type="title"/>
          </p:nvPr>
        </p:nvSpPr>
        <p:spPr>
          <a:xfrm>
            <a:off x="4322575" y="226497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7" name="Google Shape;957;p51"/>
          <p:cNvSpPr txBox="1"/>
          <p:nvPr>
            <p:ph idx="14" type="title"/>
          </p:nvPr>
        </p:nvSpPr>
        <p:spPr>
          <a:xfrm>
            <a:off x="4322575" y="2613638"/>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8" name="Google Shape;958;p51"/>
          <p:cNvSpPr txBox="1"/>
          <p:nvPr>
            <p:ph idx="15" type="title"/>
          </p:nvPr>
        </p:nvSpPr>
        <p:spPr>
          <a:xfrm>
            <a:off x="7084775" y="121745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59" name="Google Shape;959;p51"/>
          <p:cNvSpPr txBox="1"/>
          <p:nvPr>
            <p:ph idx="16" type="title"/>
          </p:nvPr>
        </p:nvSpPr>
        <p:spPr>
          <a:xfrm>
            <a:off x="7084775" y="156680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0" name="Google Shape;960;p51"/>
          <p:cNvSpPr txBox="1"/>
          <p:nvPr>
            <p:ph idx="17" type="title"/>
          </p:nvPr>
        </p:nvSpPr>
        <p:spPr>
          <a:xfrm>
            <a:off x="7084775" y="191562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1" name="Google Shape;961;p51"/>
          <p:cNvSpPr txBox="1"/>
          <p:nvPr>
            <p:ph idx="18" type="title"/>
          </p:nvPr>
        </p:nvSpPr>
        <p:spPr>
          <a:xfrm>
            <a:off x="7084775" y="226497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2" name="Google Shape;962;p51"/>
          <p:cNvSpPr txBox="1"/>
          <p:nvPr>
            <p:ph idx="19" type="title"/>
          </p:nvPr>
        </p:nvSpPr>
        <p:spPr>
          <a:xfrm>
            <a:off x="7084775" y="2613638"/>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bg>
      <p:bgPr>
        <a:solidFill>
          <a:schemeClr val="lt2"/>
        </a:solidFill>
      </p:bgPr>
    </p:bg>
    <p:spTree>
      <p:nvGrpSpPr>
        <p:cNvPr id="963" name="Shape 963"/>
        <p:cNvGrpSpPr/>
        <p:nvPr/>
      </p:nvGrpSpPr>
      <p:grpSpPr>
        <a:xfrm>
          <a:off x="0" y="0"/>
          <a:ext cx="0" cy="0"/>
          <a:chOff x="0" y="0"/>
          <a:chExt cx="0" cy="0"/>
        </a:xfrm>
      </p:grpSpPr>
      <p:grpSp>
        <p:nvGrpSpPr>
          <p:cNvPr id="964" name="Google Shape;964;p52"/>
          <p:cNvGrpSpPr/>
          <p:nvPr/>
        </p:nvGrpSpPr>
        <p:grpSpPr>
          <a:xfrm rot="5400000">
            <a:off x="593777" y="658085"/>
            <a:ext cx="369896" cy="333900"/>
            <a:chOff x="96076" y="654376"/>
            <a:chExt cx="369896" cy="333900"/>
          </a:xfrm>
        </p:grpSpPr>
        <p:cxnSp>
          <p:nvCxnSpPr>
            <p:cNvPr id="965" name="Google Shape;965;p5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966" name="Google Shape;966;p5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67" name="Google Shape;967;p5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68" name="Google Shape;968;p52"/>
          <p:cNvSpPr txBox="1"/>
          <p:nvPr>
            <p:ph idx="1" type="body"/>
          </p:nvPr>
        </p:nvSpPr>
        <p:spPr>
          <a:xfrm>
            <a:off x="1040725" y="1217500"/>
            <a:ext cx="3578100" cy="3652500"/>
          </a:xfrm>
          <a:prstGeom prst="rect">
            <a:avLst/>
          </a:prstGeom>
        </p:spPr>
        <p:txBody>
          <a:bodyPr anchorCtr="0" anchor="t" bIns="91425" lIns="274300" spcFirstLastPara="1" rIns="365750" wrap="square" tIns="36575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69" name="Google Shape;969;p52"/>
          <p:cNvSpPr/>
          <p:nvPr/>
        </p:nvSpPr>
        <p:spPr>
          <a:xfrm>
            <a:off x="5019250" y="1217450"/>
            <a:ext cx="4124700" cy="394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970" name="Google Shape;970;p52"/>
          <p:cNvCxnSpPr/>
          <p:nvPr/>
        </p:nvCxnSpPr>
        <p:spPr>
          <a:xfrm>
            <a:off x="5019250" y="1217450"/>
            <a:ext cx="0" cy="3941700"/>
          </a:xfrm>
          <a:prstGeom prst="straightConnector1">
            <a:avLst/>
          </a:prstGeom>
          <a:noFill/>
          <a:ln cap="flat" cmpd="sng" w="9525">
            <a:solidFill>
              <a:schemeClr val="lt1"/>
            </a:solidFill>
            <a:prstDash val="solid"/>
            <a:round/>
            <a:headEnd len="sm" w="sm" type="none"/>
            <a:tailEnd len="sm" w="sm" type="none"/>
          </a:ln>
        </p:spPr>
      </p:cxnSp>
      <p:sp>
        <p:nvSpPr>
          <p:cNvPr id="971" name="Google Shape;971;p52"/>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72" name="Google Shape;972;p52"/>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73" name="Google Shape;973;p5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74" name="Google Shape;974;p5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975" name="Google Shape;975;p5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76" name="Google Shape;976;p5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77" name="Google Shape;977;p5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78" name="Google Shape;978;p5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79" name="Google Shape;979;p52"/>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
        <p:nvSpPr>
          <p:cNvPr id="980" name="Google Shape;980;p52"/>
          <p:cNvSpPr txBox="1"/>
          <p:nvPr>
            <p:ph type="title"/>
          </p:nvPr>
        </p:nvSpPr>
        <p:spPr>
          <a:xfrm flipH="1">
            <a:off x="1046175" y="67000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981" name="Google Shape;981;p52"/>
          <p:cNvSpPr txBox="1"/>
          <p:nvPr>
            <p:ph idx="5" type="subTitle"/>
          </p:nvPr>
        </p:nvSpPr>
        <p:spPr>
          <a:xfrm>
            <a:off x="1045950" y="334925"/>
            <a:ext cx="75771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982" name="Google Shape;982;p52"/>
          <p:cNvSpPr txBox="1"/>
          <p:nvPr>
            <p:ph idx="6" type="title"/>
          </p:nvPr>
        </p:nvSpPr>
        <p:spPr>
          <a:xfrm>
            <a:off x="5019250"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3" name="Google Shape;983;p52"/>
          <p:cNvSpPr txBox="1"/>
          <p:nvPr>
            <p:ph idx="7" type="subTitle"/>
          </p:nvPr>
        </p:nvSpPr>
        <p:spPr>
          <a:xfrm>
            <a:off x="5019275"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4" name="Google Shape;984;p52"/>
          <p:cNvSpPr txBox="1"/>
          <p:nvPr>
            <p:ph idx="8" type="title"/>
          </p:nvPr>
        </p:nvSpPr>
        <p:spPr>
          <a:xfrm>
            <a:off x="6959938"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5" name="Google Shape;985;p52"/>
          <p:cNvSpPr txBox="1"/>
          <p:nvPr>
            <p:ph idx="9" type="subTitle"/>
          </p:nvPr>
        </p:nvSpPr>
        <p:spPr>
          <a:xfrm>
            <a:off x="6959963"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6" name="Google Shape;986;p52"/>
          <p:cNvSpPr txBox="1"/>
          <p:nvPr>
            <p:ph idx="13" type="subTitle"/>
          </p:nvPr>
        </p:nvSpPr>
        <p:spPr>
          <a:xfrm>
            <a:off x="5019275"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7" name="Google Shape;987;p52"/>
          <p:cNvSpPr txBox="1"/>
          <p:nvPr>
            <p:ph idx="14" type="title"/>
          </p:nvPr>
        </p:nvSpPr>
        <p:spPr>
          <a:xfrm>
            <a:off x="5019250"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8" name="Google Shape;988;p52"/>
          <p:cNvSpPr txBox="1"/>
          <p:nvPr>
            <p:ph idx="15" type="title"/>
          </p:nvPr>
        </p:nvSpPr>
        <p:spPr>
          <a:xfrm>
            <a:off x="6959938"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9" name="Google Shape;989;p52"/>
          <p:cNvSpPr txBox="1"/>
          <p:nvPr>
            <p:ph idx="16" type="subTitle"/>
          </p:nvPr>
        </p:nvSpPr>
        <p:spPr>
          <a:xfrm>
            <a:off x="6959963"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90" name="Google Shape;990;p52"/>
          <p:cNvSpPr txBox="1"/>
          <p:nvPr>
            <p:ph idx="17" type="subTitle"/>
          </p:nvPr>
        </p:nvSpPr>
        <p:spPr>
          <a:xfrm>
            <a:off x="5019275" y="1217450"/>
            <a:ext cx="3603300" cy="678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lt1"/>
              </a:buClr>
              <a:buSzPts val="1400"/>
              <a:buFont typeface="Inter SemiBold"/>
              <a:buNone/>
              <a:defRPr>
                <a:latin typeface="Inter SemiBold"/>
                <a:ea typeface="Inter SemiBold"/>
                <a:cs typeface="Inter SemiBold"/>
                <a:sym typeface="Inter SemiBold"/>
              </a:defRPr>
            </a:lvl1pPr>
            <a:lvl2pPr lvl="1">
              <a:spcBef>
                <a:spcPts val="0"/>
              </a:spcBef>
              <a:spcAft>
                <a:spcPts val="0"/>
              </a:spcAft>
              <a:buClr>
                <a:schemeClr val="lt1"/>
              </a:buClr>
              <a:buSzPts val="1400"/>
              <a:buFont typeface="Inter SemiBold"/>
              <a:buNone/>
              <a:defRPr>
                <a:latin typeface="Inter SemiBold"/>
                <a:ea typeface="Inter SemiBold"/>
                <a:cs typeface="Inter SemiBold"/>
                <a:sym typeface="Inter SemiBold"/>
              </a:defRPr>
            </a:lvl2pPr>
            <a:lvl3pPr lvl="2">
              <a:spcBef>
                <a:spcPts val="0"/>
              </a:spcBef>
              <a:spcAft>
                <a:spcPts val="0"/>
              </a:spcAft>
              <a:buClr>
                <a:schemeClr val="lt1"/>
              </a:buClr>
              <a:buSzPts val="1400"/>
              <a:buFont typeface="Inter SemiBold"/>
              <a:buNone/>
              <a:defRPr>
                <a:latin typeface="Inter SemiBold"/>
                <a:ea typeface="Inter SemiBold"/>
                <a:cs typeface="Inter SemiBold"/>
                <a:sym typeface="Inter SemiBold"/>
              </a:defRPr>
            </a:lvl3pPr>
            <a:lvl4pPr lvl="3">
              <a:spcBef>
                <a:spcPts val="0"/>
              </a:spcBef>
              <a:spcAft>
                <a:spcPts val="0"/>
              </a:spcAft>
              <a:buClr>
                <a:schemeClr val="lt1"/>
              </a:buClr>
              <a:buSzPts val="1400"/>
              <a:buFont typeface="Inter SemiBold"/>
              <a:buNone/>
              <a:defRPr>
                <a:latin typeface="Inter SemiBold"/>
                <a:ea typeface="Inter SemiBold"/>
                <a:cs typeface="Inter SemiBold"/>
                <a:sym typeface="Inter SemiBold"/>
              </a:defRPr>
            </a:lvl4pPr>
            <a:lvl5pPr lvl="4">
              <a:spcBef>
                <a:spcPts val="0"/>
              </a:spcBef>
              <a:spcAft>
                <a:spcPts val="0"/>
              </a:spcAft>
              <a:buClr>
                <a:schemeClr val="lt1"/>
              </a:buClr>
              <a:buSzPts val="1400"/>
              <a:buFont typeface="Inter SemiBold"/>
              <a:buNone/>
              <a:defRPr>
                <a:latin typeface="Inter SemiBold"/>
                <a:ea typeface="Inter SemiBold"/>
                <a:cs typeface="Inter SemiBold"/>
                <a:sym typeface="Inter SemiBold"/>
              </a:defRPr>
            </a:lvl5pPr>
            <a:lvl6pPr lvl="5">
              <a:spcBef>
                <a:spcPts val="0"/>
              </a:spcBef>
              <a:spcAft>
                <a:spcPts val="0"/>
              </a:spcAft>
              <a:buClr>
                <a:schemeClr val="lt1"/>
              </a:buClr>
              <a:buSzPts val="1400"/>
              <a:buFont typeface="Inter SemiBold"/>
              <a:buNone/>
              <a:defRPr>
                <a:latin typeface="Inter SemiBold"/>
                <a:ea typeface="Inter SemiBold"/>
                <a:cs typeface="Inter SemiBold"/>
                <a:sym typeface="Inter SemiBold"/>
              </a:defRPr>
            </a:lvl6pPr>
            <a:lvl7pPr lvl="6">
              <a:spcBef>
                <a:spcPts val="0"/>
              </a:spcBef>
              <a:spcAft>
                <a:spcPts val="0"/>
              </a:spcAft>
              <a:buClr>
                <a:schemeClr val="lt1"/>
              </a:buClr>
              <a:buSzPts val="1400"/>
              <a:buFont typeface="Inter SemiBold"/>
              <a:buNone/>
              <a:defRPr>
                <a:latin typeface="Inter SemiBold"/>
                <a:ea typeface="Inter SemiBold"/>
                <a:cs typeface="Inter SemiBold"/>
                <a:sym typeface="Inter SemiBold"/>
              </a:defRPr>
            </a:lvl7pPr>
            <a:lvl8pPr lvl="7">
              <a:spcBef>
                <a:spcPts val="0"/>
              </a:spcBef>
              <a:spcAft>
                <a:spcPts val="0"/>
              </a:spcAft>
              <a:buClr>
                <a:schemeClr val="lt1"/>
              </a:buClr>
              <a:buSzPts val="1400"/>
              <a:buFont typeface="Inter SemiBold"/>
              <a:buNone/>
              <a:defRPr>
                <a:latin typeface="Inter SemiBold"/>
                <a:ea typeface="Inter SemiBold"/>
                <a:cs typeface="Inter SemiBold"/>
                <a:sym typeface="Inter SemiBold"/>
              </a:defRPr>
            </a:lvl8pPr>
            <a:lvl9pPr lvl="8">
              <a:spcBef>
                <a:spcPts val="0"/>
              </a:spcBef>
              <a:spcAft>
                <a:spcPts val="0"/>
              </a:spcAft>
              <a:buClr>
                <a:schemeClr val="lt1"/>
              </a:buClr>
              <a:buSzPts val="1400"/>
              <a:buFont typeface="Inter SemiBold"/>
              <a:buNone/>
              <a:defRPr>
                <a:latin typeface="Inter SemiBold"/>
                <a:ea typeface="Inter SemiBold"/>
                <a:cs typeface="Inter SemiBold"/>
                <a:sym typeface="Inter SemiBold"/>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al Update - Employees highlight">
  <p:cSld name="CUSTOM_2">
    <p:bg>
      <p:bgPr>
        <a:solidFill>
          <a:schemeClr val="lt2"/>
        </a:solidFill>
      </p:bgPr>
    </p:bg>
    <p:spTree>
      <p:nvGrpSpPr>
        <p:cNvPr id="991" name="Shape 991"/>
        <p:cNvGrpSpPr/>
        <p:nvPr/>
      </p:nvGrpSpPr>
      <p:grpSpPr>
        <a:xfrm>
          <a:off x="0" y="0"/>
          <a:ext cx="0" cy="0"/>
          <a:chOff x="0" y="0"/>
          <a:chExt cx="0" cy="0"/>
        </a:xfrm>
      </p:grpSpPr>
      <p:sp>
        <p:nvSpPr>
          <p:cNvPr id="992" name="Google Shape;992;p53"/>
          <p:cNvSpPr/>
          <p:nvPr>
            <p:ph idx="2" type="pic"/>
          </p:nvPr>
        </p:nvSpPr>
        <p:spPr>
          <a:xfrm>
            <a:off x="521250" y="2014675"/>
            <a:ext cx="2874600" cy="3128700"/>
          </a:xfrm>
          <a:prstGeom prst="rect">
            <a:avLst/>
          </a:prstGeom>
          <a:noFill/>
          <a:ln>
            <a:noFill/>
          </a:ln>
        </p:spPr>
      </p:sp>
      <p:sp>
        <p:nvSpPr>
          <p:cNvPr id="993" name="Google Shape;993;p53"/>
          <p:cNvSpPr/>
          <p:nvPr>
            <p:ph idx="3" type="pic"/>
          </p:nvPr>
        </p:nvSpPr>
        <p:spPr>
          <a:xfrm>
            <a:off x="3395750" y="2014675"/>
            <a:ext cx="2874600" cy="3128700"/>
          </a:xfrm>
          <a:prstGeom prst="rect">
            <a:avLst/>
          </a:prstGeom>
          <a:noFill/>
          <a:ln>
            <a:noFill/>
          </a:ln>
        </p:spPr>
      </p:sp>
      <p:sp>
        <p:nvSpPr>
          <p:cNvPr id="994" name="Google Shape;994;p53"/>
          <p:cNvSpPr/>
          <p:nvPr>
            <p:ph idx="4" type="pic"/>
          </p:nvPr>
        </p:nvSpPr>
        <p:spPr>
          <a:xfrm>
            <a:off x="6269136" y="2014675"/>
            <a:ext cx="2874600" cy="3128700"/>
          </a:xfrm>
          <a:prstGeom prst="rect">
            <a:avLst/>
          </a:prstGeom>
          <a:noFill/>
          <a:ln>
            <a:noFill/>
          </a:ln>
        </p:spPr>
      </p:sp>
      <p:sp>
        <p:nvSpPr>
          <p:cNvPr id="995" name="Google Shape;995;p53"/>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6" name="Google Shape;996;p53"/>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97" name="Google Shape;997;p53"/>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8" name="Google Shape;998;p5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999" name="Google Shape;999;p5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00" name="Google Shape;1000;p5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01" name="Google Shape;1001;p5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02" name="Google Shape;1002;p5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03" name="Google Shape;1003;p5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04" name="Google Shape;1004;p53"/>
          <p:cNvSpPr txBox="1"/>
          <p:nvPr>
            <p:ph idx="7" type="title"/>
          </p:nvPr>
        </p:nvSpPr>
        <p:spPr>
          <a:xfrm>
            <a:off x="526800" y="846475"/>
            <a:ext cx="28689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05" name="Google Shape;1005;p53"/>
          <p:cNvSpPr txBox="1"/>
          <p:nvPr>
            <p:ph idx="8" type="title"/>
          </p:nvPr>
        </p:nvSpPr>
        <p:spPr>
          <a:xfrm>
            <a:off x="3395769"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06" name="Google Shape;1006;p53"/>
          <p:cNvSpPr txBox="1"/>
          <p:nvPr>
            <p:ph idx="9" type="title"/>
          </p:nvPr>
        </p:nvSpPr>
        <p:spPr>
          <a:xfrm>
            <a:off x="6269150"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Project - Timeline ">
  <p:cSld name="CUSTOM_3">
    <p:bg>
      <p:bgPr>
        <a:solidFill>
          <a:schemeClr val="lt2"/>
        </a:solidFill>
      </p:bgPr>
    </p:bg>
    <p:spTree>
      <p:nvGrpSpPr>
        <p:cNvPr id="1007" name="Shape 1007"/>
        <p:cNvGrpSpPr/>
        <p:nvPr/>
      </p:nvGrpSpPr>
      <p:grpSpPr>
        <a:xfrm>
          <a:off x="0" y="0"/>
          <a:ext cx="0" cy="0"/>
          <a:chOff x="0" y="0"/>
          <a:chExt cx="0" cy="0"/>
        </a:xfrm>
      </p:grpSpPr>
      <p:sp>
        <p:nvSpPr>
          <p:cNvPr id="1008" name="Google Shape;1008;p54"/>
          <p:cNvSpPr txBox="1"/>
          <p:nvPr>
            <p:ph type="title"/>
          </p:nvPr>
        </p:nvSpPr>
        <p:spPr>
          <a:xfrm>
            <a:off x="6995500" y="1307575"/>
            <a:ext cx="21483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09" name="Google Shape;1009;p54"/>
          <p:cNvSpPr txBox="1"/>
          <p:nvPr>
            <p:ph idx="2" type="title"/>
          </p:nvPr>
        </p:nvSpPr>
        <p:spPr>
          <a:xfrm>
            <a:off x="48390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0" name="Google Shape;1010;p54"/>
          <p:cNvSpPr txBox="1"/>
          <p:nvPr>
            <p:ph idx="3" type="title"/>
          </p:nvPr>
        </p:nvSpPr>
        <p:spPr>
          <a:xfrm>
            <a:off x="26835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1" name="Google Shape;1011;p54"/>
          <p:cNvSpPr txBox="1"/>
          <p:nvPr>
            <p:ph idx="4" type="title"/>
          </p:nvPr>
        </p:nvSpPr>
        <p:spPr>
          <a:xfrm>
            <a:off x="521350" y="1307575"/>
            <a:ext cx="21618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2" name="Google Shape;1012;p54"/>
          <p:cNvSpPr txBox="1"/>
          <p:nvPr>
            <p:ph idx="1" type="body"/>
          </p:nvPr>
        </p:nvSpPr>
        <p:spPr>
          <a:xfrm>
            <a:off x="6995400" y="2606275"/>
            <a:ext cx="21483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3" name="Google Shape;1013;p54"/>
          <p:cNvSpPr txBox="1"/>
          <p:nvPr>
            <p:ph idx="5" type="body"/>
          </p:nvPr>
        </p:nvSpPr>
        <p:spPr>
          <a:xfrm>
            <a:off x="48389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4" name="Google Shape;1014;p54"/>
          <p:cNvSpPr txBox="1"/>
          <p:nvPr>
            <p:ph idx="6" type="body"/>
          </p:nvPr>
        </p:nvSpPr>
        <p:spPr>
          <a:xfrm>
            <a:off x="26834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5" name="Google Shape;1015;p54"/>
          <p:cNvSpPr txBox="1"/>
          <p:nvPr>
            <p:ph idx="7" type="body"/>
          </p:nvPr>
        </p:nvSpPr>
        <p:spPr>
          <a:xfrm>
            <a:off x="521250" y="2606275"/>
            <a:ext cx="21618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cxnSp>
        <p:nvCxnSpPr>
          <p:cNvPr id="1016" name="Google Shape;1016;p54"/>
          <p:cNvCxnSpPr/>
          <p:nvPr/>
        </p:nvCxnSpPr>
        <p:spPr>
          <a:xfrm>
            <a:off x="483907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17" name="Google Shape;1017;p54"/>
          <p:cNvCxnSpPr/>
          <p:nvPr/>
        </p:nvCxnSpPr>
        <p:spPr>
          <a:xfrm>
            <a:off x="699502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18" name="Google Shape;1018;p54"/>
          <p:cNvCxnSpPr/>
          <p:nvPr/>
        </p:nvCxnSpPr>
        <p:spPr>
          <a:xfrm>
            <a:off x="2683125" y="1307575"/>
            <a:ext cx="0" cy="3836100"/>
          </a:xfrm>
          <a:prstGeom prst="straightConnector1">
            <a:avLst/>
          </a:prstGeom>
          <a:noFill/>
          <a:ln cap="flat" cmpd="sng" w="9525">
            <a:solidFill>
              <a:schemeClr val="lt1"/>
            </a:solidFill>
            <a:prstDash val="solid"/>
            <a:round/>
            <a:headEnd len="sm" w="sm" type="none"/>
            <a:tailEnd len="sm" w="sm" type="none"/>
          </a:ln>
        </p:spPr>
      </p:cxnSp>
      <p:sp>
        <p:nvSpPr>
          <p:cNvPr id="1019" name="Google Shape;1019;p54"/>
          <p:cNvSpPr txBox="1"/>
          <p:nvPr>
            <p:ph idx="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20" name="Google Shape;1020;p54"/>
          <p:cNvSpPr txBox="1"/>
          <p:nvPr>
            <p:ph idx="9" type="title"/>
          </p:nvPr>
        </p:nvSpPr>
        <p:spPr>
          <a:xfrm flipH="1">
            <a:off x="521450" y="666257"/>
            <a:ext cx="81012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021" name="Google Shape;1021;p54"/>
          <p:cNvSpPr txBox="1"/>
          <p:nvPr>
            <p:ph idx="13" type="subTitle"/>
          </p:nvPr>
        </p:nvSpPr>
        <p:spPr>
          <a:xfrm>
            <a:off x="521250" y="334925"/>
            <a:ext cx="8101800" cy="3312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022" name="Google Shape;1022;p5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23" name="Google Shape;1023;p5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24" name="Google Shape;1024;p5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5" name="Google Shape;1025;p5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6" name="Google Shape;1026;p54"/>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1027" name="Google Shape;1027;p54"/>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28" name="Google Shape;1028;p54"/>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1">
  <p:cSld name="BLANK_1_1_1_1_1_1_1_1_1_1_2_1">
    <p:bg>
      <p:bgPr>
        <a:solidFill>
          <a:schemeClr val="dk2"/>
        </a:solidFill>
      </p:bgPr>
    </p:bg>
    <p:spTree>
      <p:nvGrpSpPr>
        <p:cNvPr id="1029" name="Shape 1029"/>
        <p:cNvGrpSpPr/>
        <p:nvPr/>
      </p:nvGrpSpPr>
      <p:grpSpPr>
        <a:xfrm>
          <a:off x="0" y="0"/>
          <a:ext cx="0" cy="0"/>
          <a:chOff x="0" y="0"/>
          <a:chExt cx="0" cy="0"/>
        </a:xfrm>
      </p:grpSpPr>
      <p:sp>
        <p:nvSpPr>
          <p:cNvPr id="1030" name="Google Shape;1030;p55"/>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31" name="Google Shape;1031;p55"/>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32" name="Google Shape;1032;p55"/>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33" name="Google Shape;1033;p55"/>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34" name="Google Shape;1034;p55"/>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35" name="Google Shape;1035;p55"/>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36" name="Google Shape;1036;p55"/>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BLANK_1_1_1_1_1_1_1_1_1_1_2_1_1">
    <p:bg>
      <p:bgPr>
        <a:solidFill>
          <a:schemeClr val="lt2"/>
        </a:solidFill>
      </p:bgPr>
    </p:bg>
    <p:spTree>
      <p:nvGrpSpPr>
        <p:cNvPr id="1037" name="Shape 1037"/>
        <p:cNvGrpSpPr/>
        <p:nvPr/>
      </p:nvGrpSpPr>
      <p:grpSpPr>
        <a:xfrm>
          <a:off x="0" y="0"/>
          <a:ext cx="0" cy="0"/>
          <a:chOff x="0" y="0"/>
          <a:chExt cx="0" cy="0"/>
        </a:xfrm>
      </p:grpSpPr>
      <p:cxnSp>
        <p:nvCxnSpPr>
          <p:cNvPr id="1038" name="Google Shape;1038;p5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39" name="Google Shape;1039;p5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40" name="Google Shape;1040;p5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41" name="Google Shape;1041;p5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_1_1_1">
    <p:bg>
      <p:bgPr>
        <a:solidFill>
          <a:schemeClr val="lt2"/>
        </a:solidFill>
      </p:bgPr>
    </p:bg>
    <p:spTree>
      <p:nvGrpSpPr>
        <p:cNvPr id="1042" name="Shape 1042"/>
        <p:cNvGrpSpPr/>
        <p:nvPr/>
      </p:nvGrpSpPr>
      <p:grpSpPr>
        <a:xfrm>
          <a:off x="0" y="0"/>
          <a:ext cx="0" cy="0"/>
          <a:chOff x="0" y="0"/>
          <a:chExt cx="0" cy="0"/>
        </a:xfrm>
      </p:grpSpPr>
      <p:sp>
        <p:nvSpPr>
          <p:cNvPr id="1043" name="Google Shape;1043;p57"/>
          <p:cNvSpPr txBox="1"/>
          <p:nvPr>
            <p:ph idx="1" type="subTitle"/>
          </p:nvPr>
        </p:nvSpPr>
        <p:spPr>
          <a:xfrm>
            <a:off x="5208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44" name="Google Shape;1044;p57"/>
          <p:cNvSpPr txBox="1"/>
          <p:nvPr>
            <p:ph idx="2" type="subTitle"/>
          </p:nvPr>
        </p:nvSpPr>
        <p:spPr>
          <a:xfrm>
            <a:off x="408925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45" name="Google Shape;1045;p57"/>
          <p:cNvSpPr txBox="1"/>
          <p:nvPr>
            <p:ph idx="3" type="subTitle"/>
          </p:nvPr>
        </p:nvSpPr>
        <p:spPr>
          <a:xfrm>
            <a:off x="6773250" y="-175"/>
            <a:ext cx="1848900" cy="3351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46" name="Google Shape;1046;p57"/>
          <p:cNvCxnSpPr/>
          <p:nvPr/>
        </p:nvCxnSpPr>
        <p:spPr>
          <a:xfrm>
            <a:off x="5208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47" name="Google Shape;1047;p57"/>
          <p:cNvCxnSpPr/>
          <p:nvPr/>
        </p:nvCxnSpPr>
        <p:spPr>
          <a:xfrm>
            <a:off x="52080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48" name="Google Shape;1048;p57"/>
          <p:cNvCxnSpPr/>
          <p:nvPr/>
        </p:nvCxnSpPr>
        <p:spPr>
          <a:xfrm>
            <a:off x="677330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49" name="Google Shape;1049;p57"/>
          <p:cNvCxnSpPr/>
          <p:nvPr/>
        </p:nvCxnSpPr>
        <p:spPr>
          <a:xfrm>
            <a:off x="862352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3">
  <p:cSld name="BLANK_1_1_1_1_1_1_1_1_1_1_2_2">
    <p:bg>
      <p:bgPr>
        <a:solidFill>
          <a:schemeClr val="lt2"/>
        </a:solidFill>
      </p:bgPr>
    </p:bg>
    <p:spTree>
      <p:nvGrpSpPr>
        <p:cNvPr id="1050" name="Shape 1050"/>
        <p:cNvGrpSpPr/>
        <p:nvPr/>
      </p:nvGrpSpPr>
      <p:grpSpPr>
        <a:xfrm>
          <a:off x="0" y="0"/>
          <a:ext cx="0" cy="0"/>
          <a:chOff x="0" y="0"/>
          <a:chExt cx="0" cy="0"/>
        </a:xfrm>
      </p:grpSpPr>
      <p:sp>
        <p:nvSpPr>
          <p:cNvPr id="1051" name="Google Shape;1051;p5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52" name="Google Shape;1052;p58"/>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53" name="Google Shape;1053;p5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54" name="Google Shape;1054;p5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055" name="Google Shape;1055;p5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56" name="Google Shape;1056;p5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57" name="Google Shape;1057;p5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58" name="Google Shape;1058;p5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4">
  <p:cSld name="BLANK_1_1_1_1_1_1_1_1_1_1_2_1_2">
    <p:bg>
      <p:bgPr>
        <a:solidFill>
          <a:schemeClr val="dk2"/>
        </a:solidFill>
      </p:bgPr>
    </p:bg>
    <p:spTree>
      <p:nvGrpSpPr>
        <p:cNvPr id="1059" name="Shape 1059"/>
        <p:cNvGrpSpPr/>
        <p:nvPr/>
      </p:nvGrpSpPr>
      <p:grpSpPr>
        <a:xfrm>
          <a:off x="0" y="0"/>
          <a:ext cx="0" cy="0"/>
          <a:chOff x="0" y="0"/>
          <a:chExt cx="0" cy="0"/>
        </a:xfrm>
      </p:grpSpPr>
      <p:sp>
        <p:nvSpPr>
          <p:cNvPr id="1060" name="Google Shape;1060;p59"/>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61" name="Google Shape;1061;p59"/>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62" name="Google Shape;1062;p5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63" name="Google Shape;1063;p59"/>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064" name="Google Shape;1064;p5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65" name="Google Shape;1065;p5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66" name="Google Shape;1066;p59"/>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67" name="Google Shape;1067;p59"/>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5">
  <p:cSld name="BLANK_1_1_1_1_1_1_1_1_1_1_2_1_1_2">
    <p:bg>
      <p:bgPr>
        <a:solidFill>
          <a:schemeClr val="lt1"/>
        </a:solidFill>
      </p:bgPr>
    </p:bg>
    <p:spTree>
      <p:nvGrpSpPr>
        <p:cNvPr id="1068" name="Shape 1068"/>
        <p:cNvGrpSpPr/>
        <p:nvPr/>
      </p:nvGrpSpPr>
      <p:grpSpPr>
        <a:xfrm>
          <a:off x="0" y="0"/>
          <a:ext cx="0" cy="0"/>
          <a:chOff x="0" y="0"/>
          <a:chExt cx="0" cy="0"/>
        </a:xfrm>
      </p:grpSpPr>
      <p:sp>
        <p:nvSpPr>
          <p:cNvPr id="1069" name="Google Shape;1069;p6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70" name="Google Shape;1070;p6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71" name="Google Shape;1071;p6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72" name="Google Shape;1072;p60"/>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073" name="Google Shape;1073;p60"/>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74" name="Google Shape;1074;p60"/>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75" name="Google Shape;1075;p60"/>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76" name="Google Shape;1076;p60"/>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solidFill>
          <a:schemeClr val="lt2"/>
        </a:solidFill>
      </p:bgPr>
    </p:bg>
    <p:spTree>
      <p:nvGrpSpPr>
        <p:cNvPr id="1077" name="Shape 1077"/>
        <p:cNvGrpSpPr/>
        <p:nvPr/>
      </p:nvGrpSpPr>
      <p:grpSpPr>
        <a:xfrm>
          <a:off x="0" y="0"/>
          <a:ext cx="0" cy="0"/>
          <a:chOff x="0" y="0"/>
          <a:chExt cx="0" cy="0"/>
        </a:xfrm>
      </p:grpSpPr>
      <p:sp>
        <p:nvSpPr>
          <p:cNvPr id="1078" name="Google Shape;1078;p61"/>
          <p:cNvSpPr/>
          <p:nvPr>
            <p:ph idx="2" type="pic"/>
          </p:nvPr>
        </p:nvSpPr>
        <p:spPr>
          <a:xfrm>
            <a:off x="5548700" y="1196175"/>
            <a:ext cx="3073800" cy="3364800"/>
          </a:xfrm>
          <a:prstGeom prst="roundRect">
            <a:avLst>
              <a:gd fmla="val 6865" name="adj"/>
            </a:avLst>
          </a:prstGeom>
          <a:noFill/>
          <a:ln>
            <a:noFill/>
          </a:ln>
        </p:spPr>
      </p:sp>
      <p:cxnSp>
        <p:nvCxnSpPr>
          <p:cNvPr id="1079" name="Google Shape;1079;p6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80" name="Google Shape;1080;p6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81" name="Google Shape;1081;p6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82" name="Google Shape;1082;p6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083" name="Google Shape;1083;p6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084" name="Google Shape;1084;p6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85" name="Google Shape;1085;p61"/>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lt2"/>
        </a:solidFill>
      </p:bgPr>
    </p:bg>
    <p:spTree>
      <p:nvGrpSpPr>
        <p:cNvPr id="1086" name="Shape 1086"/>
        <p:cNvGrpSpPr/>
        <p:nvPr/>
      </p:nvGrpSpPr>
      <p:grpSpPr>
        <a:xfrm>
          <a:off x="0" y="0"/>
          <a:ext cx="0" cy="0"/>
          <a:chOff x="0" y="0"/>
          <a:chExt cx="0" cy="0"/>
        </a:xfrm>
      </p:grpSpPr>
      <p:sp>
        <p:nvSpPr>
          <p:cNvPr id="1087" name="Google Shape;1087;p62"/>
          <p:cNvSpPr/>
          <p:nvPr>
            <p:ph idx="2" type="pic"/>
          </p:nvPr>
        </p:nvSpPr>
        <p:spPr>
          <a:xfrm>
            <a:off x="5548700" y="1196175"/>
            <a:ext cx="3073800" cy="3364800"/>
          </a:xfrm>
          <a:prstGeom prst="roundRect">
            <a:avLst>
              <a:gd fmla="val 6865" name="adj"/>
            </a:avLst>
          </a:prstGeom>
          <a:noFill/>
          <a:ln>
            <a:noFill/>
          </a:ln>
        </p:spPr>
      </p:sp>
      <p:cxnSp>
        <p:nvCxnSpPr>
          <p:cNvPr id="1088" name="Google Shape;1088;p6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89" name="Google Shape;1089;p6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90" name="Google Shape;1090;p6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91" name="Google Shape;1091;p6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092" name="Google Shape;1092;p6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093" name="Google Shape;1093;p6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94" name="Google Shape;1094;p62"/>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095" name="Google Shape;1095;p62"/>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96" name="Google Shape;1096;p6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97" name="Google Shape;1097;p62"/>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BLANK_1_1_1_1_1_1_1_1_1_1_1_1_1">
    <p:bg>
      <p:bgPr>
        <a:solidFill>
          <a:schemeClr val="lt2"/>
        </a:solidFill>
      </p:bgPr>
    </p:bg>
    <p:spTree>
      <p:nvGrpSpPr>
        <p:cNvPr id="1098" name="Shape 1098"/>
        <p:cNvGrpSpPr/>
        <p:nvPr/>
      </p:nvGrpSpPr>
      <p:grpSpPr>
        <a:xfrm>
          <a:off x="0" y="0"/>
          <a:ext cx="0" cy="0"/>
          <a:chOff x="0" y="0"/>
          <a:chExt cx="0" cy="0"/>
        </a:xfrm>
      </p:grpSpPr>
      <p:grpSp>
        <p:nvGrpSpPr>
          <p:cNvPr id="1099" name="Google Shape;1099;p63"/>
          <p:cNvGrpSpPr/>
          <p:nvPr/>
        </p:nvGrpSpPr>
        <p:grpSpPr>
          <a:xfrm rot="5400000">
            <a:off x="590952" y="3923898"/>
            <a:ext cx="369896" cy="333900"/>
            <a:chOff x="96076" y="654376"/>
            <a:chExt cx="369896" cy="333900"/>
          </a:xfrm>
        </p:grpSpPr>
        <p:cxnSp>
          <p:nvCxnSpPr>
            <p:cNvPr id="1100" name="Google Shape;1100;p6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01" name="Google Shape;1101;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02" name="Google Shape;1102;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03" name="Google Shape;1103;p63"/>
          <p:cNvGrpSpPr/>
          <p:nvPr/>
        </p:nvGrpSpPr>
        <p:grpSpPr>
          <a:xfrm rot="5400000">
            <a:off x="593777" y="1786135"/>
            <a:ext cx="369896" cy="333900"/>
            <a:chOff x="96076" y="654376"/>
            <a:chExt cx="369896" cy="333900"/>
          </a:xfrm>
        </p:grpSpPr>
        <p:cxnSp>
          <p:nvCxnSpPr>
            <p:cNvPr id="1104" name="Google Shape;1104;p6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05" name="Google Shape;1105;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06" name="Google Shape;1106;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07" name="Google Shape;1107;p63"/>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08" name="Google Shape;1108;p63"/>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09" name="Google Shape;1109;p63"/>
          <p:cNvSpPr txBox="1"/>
          <p:nvPr>
            <p:ph idx="1" type="subTitle"/>
          </p:nvPr>
        </p:nvSpPr>
        <p:spPr>
          <a:xfrm>
            <a:off x="1042075" y="88245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10" name="Google Shape;1110;p63"/>
          <p:cNvSpPr txBox="1"/>
          <p:nvPr>
            <p:ph idx="2" type="subTitle"/>
          </p:nvPr>
        </p:nvSpPr>
        <p:spPr>
          <a:xfrm>
            <a:off x="1042100" y="301580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cxnSp>
        <p:nvCxnSpPr>
          <p:cNvPr id="1111" name="Google Shape;1111;p6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12" name="Google Shape;1112;p6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13" name="Google Shape;1113;p63"/>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14" name="Google Shape;1114;p63"/>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15" name="Google Shape;1115;p6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16" name="Google Shape;1116;p63"/>
          <p:cNvSpPr txBox="1"/>
          <p:nvPr>
            <p:ph idx="3"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17" name="Google Shape;1117;p63"/>
          <p:cNvSpPr txBox="1"/>
          <p:nvPr>
            <p:ph idx="4"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18" name="Google Shape;1118;p63"/>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19" name="Google Shape;1119;p63"/>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BLANK_1_1_1_1_1_1_1_1_1_1_1_1_1_2">
    <p:bg>
      <p:bgPr>
        <a:solidFill>
          <a:schemeClr val="lt2"/>
        </a:solidFill>
      </p:bgPr>
    </p:bg>
    <p:spTree>
      <p:nvGrpSpPr>
        <p:cNvPr id="1120" name="Shape 1120"/>
        <p:cNvGrpSpPr/>
        <p:nvPr/>
      </p:nvGrpSpPr>
      <p:grpSpPr>
        <a:xfrm>
          <a:off x="0" y="0"/>
          <a:ext cx="0" cy="0"/>
          <a:chOff x="0" y="0"/>
          <a:chExt cx="0" cy="0"/>
        </a:xfrm>
      </p:grpSpPr>
      <p:grpSp>
        <p:nvGrpSpPr>
          <p:cNvPr id="1121" name="Google Shape;1121;p64"/>
          <p:cNvGrpSpPr/>
          <p:nvPr/>
        </p:nvGrpSpPr>
        <p:grpSpPr>
          <a:xfrm rot="5400000">
            <a:off x="590952" y="3923898"/>
            <a:ext cx="369896" cy="333900"/>
            <a:chOff x="96076" y="654376"/>
            <a:chExt cx="369896" cy="333900"/>
          </a:xfrm>
        </p:grpSpPr>
        <p:cxnSp>
          <p:nvCxnSpPr>
            <p:cNvPr id="1122" name="Google Shape;1122;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23" name="Google Shape;1123;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24" name="Google Shape;1124;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25" name="Google Shape;1125;p64"/>
          <p:cNvGrpSpPr/>
          <p:nvPr/>
        </p:nvGrpSpPr>
        <p:grpSpPr>
          <a:xfrm rot="5400000">
            <a:off x="593777" y="1786135"/>
            <a:ext cx="369896" cy="333900"/>
            <a:chOff x="96076" y="654376"/>
            <a:chExt cx="369896" cy="333900"/>
          </a:xfrm>
        </p:grpSpPr>
        <p:cxnSp>
          <p:nvCxnSpPr>
            <p:cNvPr id="1126" name="Google Shape;1126;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27" name="Google Shape;1127;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28" name="Google Shape;1128;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29" name="Google Shape;1129;p64"/>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30" name="Google Shape;1130;p64"/>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31" name="Google Shape;1131;p64"/>
          <p:cNvSpPr txBox="1"/>
          <p:nvPr>
            <p:ph type="title"/>
          </p:nvPr>
        </p:nvSpPr>
        <p:spPr>
          <a:xfrm>
            <a:off x="1042100" y="886425"/>
            <a:ext cx="19794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32" name="Google Shape;1132;p64"/>
          <p:cNvSpPr txBox="1"/>
          <p:nvPr>
            <p:ph idx="2" type="title"/>
          </p:nvPr>
        </p:nvSpPr>
        <p:spPr>
          <a:xfrm>
            <a:off x="1042100" y="3023907"/>
            <a:ext cx="19851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33" name="Google Shape;1133;p64"/>
          <p:cNvSpPr txBox="1"/>
          <p:nvPr>
            <p:ph idx="1"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134" name="Google Shape;1134;p6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135" name="Google Shape;1135;p64"/>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136" name="Google Shape;1136;p6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37" name="Google Shape;1137;p6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38" name="Google Shape;1138;p64"/>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39" name="Google Shape;1139;p6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40" name="Google Shape;1140;p6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41" name="Google Shape;1141;p64"/>
          <p:cNvSpPr txBox="1"/>
          <p:nvPr>
            <p:ph idx="5"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2" name="Google Shape;1142;p64"/>
          <p:cNvSpPr txBox="1"/>
          <p:nvPr>
            <p:ph idx="6"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3" name="Google Shape;1143;p64"/>
          <p:cNvSpPr txBox="1"/>
          <p:nvPr>
            <p:ph idx="7"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44" name="Google Shape;1144;p64"/>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BLANK_1_1_1_1_1_1_1_1_1_1_1_1_1_1">
    <p:bg>
      <p:bgPr>
        <a:solidFill>
          <a:schemeClr val="lt2"/>
        </a:solidFill>
      </p:bgPr>
    </p:bg>
    <p:spTree>
      <p:nvGrpSpPr>
        <p:cNvPr id="1145" name="Shape 1145"/>
        <p:cNvGrpSpPr/>
        <p:nvPr/>
      </p:nvGrpSpPr>
      <p:grpSpPr>
        <a:xfrm>
          <a:off x="0" y="0"/>
          <a:ext cx="0" cy="0"/>
          <a:chOff x="0" y="0"/>
          <a:chExt cx="0" cy="0"/>
        </a:xfrm>
      </p:grpSpPr>
      <p:grpSp>
        <p:nvGrpSpPr>
          <p:cNvPr id="1146" name="Google Shape;1146;p65"/>
          <p:cNvGrpSpPr/>
          <p:nvPr/>
        </p:nvGrpSpPr>
        <p:grpSpPr>
          <a:xfrm rot="5400000">
            <a:off x="593015" y="4280998"/>
            <a:ext cx="369896" cy="333900"/>
            <a:chOff x="96076" y="654376"/>
            <a:chExt cx="369896" cy="333900"/>
          </a:xfrm>
        </p:grpSpPr>
        <p:cxnSp>
          <p:nvCxnSpPr>
            <p:cNvPr id="1147" name="Google Shape;1147;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48" name="Google Shape;1148;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49" name="Google Shape;1149;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50" name="Google Shape;1150;p65"/>
          <p:cNvGrpSpPr/>
          <p:nvPr/>
        </p:nvGrpSpPr>
        <p:grpSpPr>
          <a:xfrm rot="5400000">
            <a:off x="591615" y="2800698"/>
            <a:ext cx="369896" cy="333900"/>
            <a:chOff x="96076" y="654376"/>
            <a:chExt cx="369896" cy="333900"/>
          </a:xfrm>
        </p:grpSpPr>
        <p:cxnSp>
          <p:nvCxnSpPr>
            <p:cNvPr id="1151" name="Google Shape;1151;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2" name="Google Shape;1152;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3" name="Google Shape;1153;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54" name="Google Shape;1154;p65"/>
          <p:cNvGrpSpPr/>
          <p:nvPr/>
        </p:nvGrpSpPr>
        <p:grpSpPr>
          <a:xfrm rot="5400000">
            <a:off x="594440" y="1320410"/>
            <a:ext cx="369896" cy="333900"/>
            <a:chOff x="96076" y="654376"/>
            <a:chExt cx="369896" cy="333900"/>
          </a:xfrm>
        </p:grpSpPr>
        <p:cxnSp>
          <p:nvCxnSpPr>
            <p:cNvPr id="1155" name="Google Shape;1155;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6" name="Google Shape;1156;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7" name="Google Shape;1157;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58" name="Google Shape;1158;p65"/>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159" name="Google Shape;1159;p65"/>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0" name="Google Shape;1160;p65"/>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1" name="Google Shape;1161;p65"/>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2" name="Google Shape;1162;p65"/>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63" name="Google Shape;1163;p65"/>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164" name="Google Shape;1164;p65"/>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65" name="Google Shape;1165;p6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66" name="Google Shape;1166;p65"/>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7" name="Google Shape;1167;p65"/>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8" name="Google Shape;1168;p65"/>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169" name="Google Shape;1169;p65"/>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170" name="Google Shape;1170;p65"/>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171" name="Google Shape;1171;p65"/>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72" name="Google Shape;1172;p65"/>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73" name="Google Shape;1173;p65"/>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bg>
      <p:bgPr>
        <a:solidFill>
          <a:schemeClr val="lt2"/>
        </a:solidFill>
      </p:bgPr>
    </p:bg>
    <p:spTree>
      <p:nvGrpSpPr>
        <p:cNvPr id="1174" name="Shape 1174"/>
        <p:cNvGrpSpPr/>
        <p:nvPr/>
      </p:nvGrpSpPr>
      <p:grpSpPr>
        <a:xfrm>
          <a:off x="0" y="0"/>
          <a:ext cx="0" cy="0"/>
          <a:chOff x="0" y="0"/>
          <a:chExt cx="0" cy="0"/>
        </a:xfrm>
      </p:grpSpPr>
      <p:grpSp>
        <p:nvGrpSpPr>
          <p:cNvPr id="1175" name="Google Shape;1175;p66"/>
          <p:cNvGrpSpPr/>
          <p:nvPr/>
        </p:nvGrpSpPr>
        <p:grpSpPr>
          <a:xfrm rot="5400000">
            <a:off x="593015" y="4280998"/>
            <a:ext cx="369896" cy="333900"/>
            <a:chOff x="96076" y="654376"/>
            <a:chExt cx="369896" cy="333900"/>
          </a:xfrm>
        </p:grpSpPr>
        <p:cxnSp>
          <p:nvCxnSpPr>
            <p:cNvPr id="1176" name="Google Shape;1176;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77" name="Google Shape;1177;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78" name="Google Shape;1178;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79" name="Google Shape;1179;p66"/>
          <p:cNvGrpSpPr/>
          <p:nvPr/>
        </p:nvGrpSpPr>
        <p:grpSpPr>
          <a:xfrm rot="5400000">
            <a:off x="591615" y="2800698"/>
            <a:ext cx="369896" cy="333900"/>
            <a:chOff x="96076" y="654376"/>
            <a:chExt cx="369896" cy="333900"/>
          </a:xfrm>
        </p:grpSpPr>
        <p:cxnSp>
          <p:nvCxnSpPr>
            <p:cNvPr id="1180" name="Google Shape;1180;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81" name="Google Shape;1181;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82" name="Google Shape;1182;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83" name="Google Shape;1183;p66"/>
          <p:cNvGrpSpPr/>
          <p:nvPr/>
        </p:nvGrpSpPr>
        <p:grpSpPr>
          <a:xfrm rot="5400000">
            <a:off x="594440" y="1320410"/>
            <a:ext cx="369896" cy="333900"/>
            <a:chOff x="96076" y="654376"/>
            <a:chExt cx="369896" cy="333900"/>
          </a:xfrm>
        </p:grpSpPr>
        <p:cxnSp>
          <p:nvCxnSpPr>
            <p:cNvPr id="1184" name="Google Shape;1184;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85" name="Google Shape;1185;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86" name="Google Shape;1186;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87" name="Google Shape;1187;p66"/>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188" name="Google Shape;1188;p66"/>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89" name="Google Shape;1189;p66"/>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90" name="Google Shape;1190;p66"/>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91" name="Google Shape;1191;p66"/>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92" name="Google Shape;1192;p66"/>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193" name="Google Shape;1193;p6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94" name="Google Shape;1194;p6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95" name="Google Shape;1195;p6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96" name="Google Shape;1196;p6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97" name="Google Shape;1197;p66"/>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198" name="Google Shape;1198;p66"/>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199" name="Google Shape;1199;p66"/>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00" name="Google Shape;1200;p66"/>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1" name="Google Shape;1201;p66"/>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2" name="Google Shape;1202;p66"/>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3" name="Google Shape;1203;p66"/>
          <p:cNvSpPr txBox="1"/>
          <p:nvPr>
            <p:ph idx="7"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04" name="Google Shape;1204;p66"/>
          <p:cNvSpPr txBox="1"/>
          <p:nvPr>
            <p:ph idx="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05" name="Google Shape;1205;p66"/>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2"/>
        </a:solidFill>
      </p:bgPr>
    </p:bg>
    <p:spTree>
      <p:nvGrpSpPr>
        <p:cNvPr id="1206" name="Shape 1206"/>
        <p:cNvGrpSpPr/>
        <p:nvPr/>
      </p:nvGrpSpPr>
      <p:grpSpPr>
        <a:xfrm>
          <a:off x="0" y="0"/>
          <a:ext cx="0" cy="0"/>
          <a:chOff x="0" y="0"/>
          <a:chExt cx="0" cy="0"/>
        </a:xfrm>
      </p:grpSpPr>
      <p:grpSp>
        <p:nvGrpSpPr>
          <p:cNvPr id="1207" name="Google Shape;1207;p67"/>
          <p:cNvGrpSpPr/>
          <p:nvPr/>
        </p:nvGrpSpPr>
        <p:grpSpPr>
          <a:xfrm rot="5400000">
            <a:off x="593777" y="1244198"/>
            <a:ext cx="369896" cy="333900"/>
            <a:chOff x="96076" y="654376"/>
            <a:chExt cx="369896" cy="333900"/>
          </a:xfrm>
        </p:grpSpPr>
        <p:cxnSp>
          <p:nvCxnSpPr>
            <p:cNvPr id="1208" name="Google Shape;1208;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09" name="Google Shape;1209;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0" name="Google Shape;1210;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11" name="Google Shape;1211;p67"/>
          <p:cNvGrpSpPr/>
          <p:nvPr/>
        </p:nvGrpSpPr>
        <p:grpSpPr>
          <a:xfrm rot="5400000">
            <a:off x="593790" y="2286698"/>
            <a:ext cx="369896" cy="333900"/>
            <a:chOff x="96076" y="654376"/>
            <a:chExt cx="369896" cy="333900"/>
          </a:xfrm>
        </p:grpSpPr>
        <p:cxnSp>
          <p:nvCxnSpPr>
            <p:cNvPr id="1212" name="Google Shape;1212;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13" name="Google Shape;1213;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4" name="Google Shape;1214;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15" name="Google Shape;1215;p67"/>
          <p:cNvGrpSpPr/>
          <p:nvPr/>
        </p:nvGrpSpPr>
        <p:grpSpPr>
          <a:xfrm rot="5400000">
            <a:off x="593777" y="4371698"/>
            <a:ext cx="369896" cy="333900"/>
            <a:chOff x="96076" y="654376"/>
            <a:chExt cx="369896" cy="333900"/>
          </a:xfrm>
        </p:grpSpPr>
        <p:cxnSp>
          <p:nvCxnSpPr>
            <p:cNvPr id="1216" name="Google Shape;1216;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17" name="Google Shape;1217;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8" name="Google Shape;1218;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19" name="Google Shape;1219;p67"/>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0" name="Google Shape;1220;p67"/>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1" name="Google Shape;1221;p67"/>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22" name="Google Shape;1222;p67"/>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3" name="Google Shape;1223;p67"/>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grpSp>
        <p:nvGrpSpPr>
          <p:cNvPr id="1224" name="Google Shape;1224;p67"/>
          <p:cNvGrpSpPr/>
          <p:nvPr/>
        </p:nvGrpSpPr>
        <p:grpSpPr>
          <a:xfrm rot="5400000">
            <a:off x="593765" y="3328603"/>
            <a:ext cx="369896" cy="333900"/>
            <a:chOff x="96076" y="654376"/>
            <a:chExt cx="369896" cy="333900"/>
          </a:xfrm>
        </p:grpSpPr>
        <p:cxnSp>
          <p:nvCxnSpPr>
            <p:cNvPr id="1225" name="Google Shape;1225;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26" name="Google Shape;1226;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27" name="Google Shape;1227;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28" name="Google Shape;1228;p67"/>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29" name="Google Shape;1229;p67"/>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0" name="Google Shape;1230;p67"/>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31" name="Google Shape;1231;p6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32" name="Google Shape;1232;p6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33" name="Google Shape;1233;p6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34" name="Google Shape;1234;p6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35" name="Google Shape;1235;p67"/>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36" name="Google Shape;1236;p67"/>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37" name="Google Shape;1237;p67"/>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38" name="Google Shape;1238;p67"/>
          <p:cNvSpPr txBox="1"/>
          <p:nvPr>
            <p:ph idx="5" type="subTitle"/>
          </p:nvPr>
        </p:nvSpPr>
        <p:spPr>
          <a:xfrm>
            <a:off x="1042088"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39" name="Google Shape;1239;p67"/>
          <p:cNvSpPr txBox="1"/>
          <p:nvPr>
            <p:ph idx="6" type="subTitle"/>
          </p:nvPr>
        </p:nvSpPr>
        <p:spPr>
          <a:xfrm>
            <a:off x="1042088"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0" name="Google Shape;1240;p67"/>
          <p:cNvSpPr txBox="1"/>
          <p:nvPr>
            <p:ph idx="7" type="subTitle"/>
          </p:nvPr>
        </p:nvSpPr>
        <p:spPr>
          <a:xfrm>
            <a:off x="1042088"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1" name="Google Shape;1241;p67"/>
          <p:cNvSpPr txBox="1"/>
          <p:nvPr>
            <p:ph idx="8" type="subTitle"/>
          </p:nvPr>
        </p:nvSpPr>
        <p:spPr>
          <a:xfrm>
            <a:off x="1042088"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2"/>
        </a:solidFill>
      </p:bgPr>
    </p:bg>
    <p:spTree>
      <p:nvGrpSpPr>
        <p:cNvPr id="1242" name="Shape 1242"/>
        <p:cNvGrpSpPr/>
        <p:nvPr/>
      </p:nvGrpSpPr>
      <p:grpSpPr>
        <a:xfrm>
          <a:off x="0" y="0"/>
          <a:ext cx="0" cy="0"/>
          <a:chOff x="0" y="0"/>
          <a:chExt cx="0" cy="0"/>
        </a:xfrm>
      </p:grpSpPr>
      <p:grpSp>
        <p:nvGrpSpPr>
          <p:cNvPr id="1243" name="Google Shape;1243;p68"/>
          <p:cNvGrpSpPr/>
          <p:nvPr/>
        </p:nvGrpSpPr>
        <p:grpSpPr>
          <a:xfrm rot="5400000">
            <a:off x="593777" y="1244198"/>
            <a:ext cx="369896" cy="333900"/>
            <a:chOff x="96076" y="654376"/>
            <a:chExt cx="369896" cy="333900"/>
          </a:xfrm>
        </p:grpSpPr>
        <p:cxnSp>
          <p:nvCxnSpPr>
            <p:cNvPr id="1244" name="Google Shape;1244;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45" name="Google Shape;1245;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46" name="Google Shape;1246;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47" name="Google Shape;1247;p68"/>
          <p:cNvGrpSpPr/>
          <p:nvPr/>
        </p:nvGrpSpPr>
        <p:grpSpPr>
          <a:xfrm rot="5400000">
            <a:off x="593790" y="2286698"/>
            <a:ext cx="369896" cy="333900"/>
            <a:chOff x="96076" y="654376"/>
            <a:chExt cx="369896" cy="333900"/>
          </a:xfrm>
        </p:grpSpPr>
        <p:cxnSp>
          <p:nvCxnSpPr>
            <p:cNvPr id="1248" name="Google Shape;1248;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49" name="Google Shape;1249;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0" name="Google Shape;1250;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1" name="Google Shape;1251;p68"/>
          <p:cNvGrpSpPr/>
          <p:nvPr/>
        </p:nvGrpSpPr>
        <p:grpSpPr>
          <a:xfrm rot="5400000">
            <a:off x="593777" y="4371698"/>
            <a:ext cx="369896" cy="333900"/>
            <a:chOff x="96076" y="654376"/>
            <a:chExt cx="369896" cy="333900"/>
          </a:xfrm>
        </p:grpSpPr>
        <p:cxnSp>
          <p:nvCxnSpPr>
            <p:cNvPr id="1252" name="Google Shape;1252;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3" name="Google Shape;1253;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4" name="Google Shape;1254;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5" name="Google Shape;1255;p68"/>
          <p:cNvGrpSpPr/>
          <p:nvPr/>
        </p:nvGrpSpPr>
        <p:grpSpPr>
          <a:xfrm rot="5400000">
            <a:off x="593765" y="3328603"/>
            <a:ext cx="369896" cy="333900"/>
            <a:chOff x="96076" y="654376"/>
            <a:chExt cx="369896" cy="333900"/>
          </a:xfrm>
        </p:grpSpPr>
        <p:cxnSp>
          <p:nvCxnSpPr>
            <p:cNvPr id="1256" name="Google Shape;1256;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7" name="Google Shape;1257;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8" name="Google Shape;1258;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59" name="Google Shape;1259;p68"/>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0" name="Google Shape;1260;p68"/>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1" name="Google Shape;1261;p68"/>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62" name="Google Shape;1262;p68"/>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3" name="Google Shape;1263;p68"/>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4" name="Google Shape;1264;p68"/>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5" name="Google Shape;1265;p68"/>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6" name="Google Shape;1266;p68"/>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67" name="Google Shape;1267;p6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68" name="Google Shape;1268;p6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69" name="Google Shape;1269;p6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0" name="Google Shape;1270;p6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1" name="Google Shape;1271;p68"/>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72" name="Google Shape;1272;p68"/>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73" name="Google Shape;1273;p68"/>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74" name="Google Shape;1274;p68"/>
          <p:cNvSpPr txBox="1"/>
          <p:nvPr>
            <p:ph idx="5" type="subTitle"/>
          </p:nvPr>
        </p:nvSpPr>
        <p:spPr>
          <a:xfrm>
            <a:off x="1042100"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5" name="Google Shape;1275;p68"/>
          <p:cNvSpPr txBox="1"/>
          <p:nvPr>
            <p:ph idx="6" type="subTitle"/>
          </p:nvPr>
        </p:nvSpPr>
        <p:spPr>
          <a:xfrm>
            <a:off x="1042100"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6" name="Google Shape;1276;p68"/>
          <p:cNvSpPr txBox="1"/>
          <p:nvPr>
            <p:ph idx="7" type="subTitle"/>
          </p:nvPr>
        </p:nvSpPr>
        <p:spPr>
          <a:xfrm>
            <a:off x="1042100"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7" name="Google Shape;1277;p68"/>
          <p:cNvSpPr txBox="1"/>
          <p:nvPr>
            <p:ph idx="8" type="subTitle"/>
          </p:nvPr>
        </p:nvSpPr>
        <p:spPr>
          <a:xfrm>
            <a:off x="1042100"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8" name="Google Shape;1278;p68"/>
          <p:cNvSpPr txBox="1"/>
          <p:nvPr>
            <p:ph idx="9"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79" name="Google Shape;1279;p68"/>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80" name="Google Shape;1280;p68"/>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BLANK_1_1_1_1_1_1_1_1_1_1_1_1_1_1_1_1">
    <p:bg>
      <p:bgPr>
        <a:solidFill>
          <a:schemeClr val="lt2"/>
        </a:solidFill>
      </p:bgPr>
    </p:bg>
    <p:spTree>
      <p:nvGrpSpPr>
        <p:cNvPr id="1281" name="Shape 1281"/>
        <p:cNvGrpSpPr/>
        <p:nvPr/>
      </p:nvGrpSpPr>
      <p:grpSpPr>
        <a:xfrm>
          <a:off x="0" y="0"/>
          <a:ext cx="0" cy="0"/>
          <a:chOff x="0" y="0"/>
          <a:chExt cx="0" cy="0"/>
        </a:xfrm>
      </p:grpSpPr>
      <p:sp>
        <p:nvSpPr>
          <p:cNvPr id="1282" name="Google Shape;1282;p69"/>
          <p:cNvSpPr/>
          <p:nvPr>
            <p:ph idx="2" type="pic"/>
          </p:nvPr>
        </p:nvSpPr>
        <p:spPr>
          <a:xfrm>
            <a:off x="1408925" y="1186475"/>
            <a:ext cx="6585900" cy="3497400"/>
          </a:xfrm>
          <a:prstGeom prst="roundRect">
            <a:avLst>
              <a:gd fmla="val 6865" name="adj"/>
            </a:avLst>
          </a:prstGeom>
          <a:noFill/>
          <a:ln>
            <a:noFill/>
          </a:ln>
        </p:spPr>
      </p:sp>
      <p:sp>
        <p:nvSpPr>
          <p:cNvPr id="1283" name="Google Shape;1283;p69"/>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284" name="Google Shape;1284;p6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85" name="Google Shape;1285;p6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286" name="Google Shape;1286;p6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87" name="Google Shape;1287;p6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88" name="Google Shape;1288;p6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_2">
    <p:bg>
      <p:bgPr>
        <a:solidFill>
          <a:schemeClr val="lt2"/>
        </a:solidFill>
      </p:bgPr>
    </p:bg>
    <p:spTree>
      <p:nvGrpSpPr>
        <p:cNvPr id="1289" name="Shape 1289"/>
        <p:cNvGrpSpPr/>
        <p:nvPr/>
      </p:nvGrpSpPr>
      <p:grpSpPr>
        <a:xfrm>
          <a:off x="0" y="0"/>
          <a:ext cx="0" cy="0"/>
          <a:chOff x="0" y="0"/>
          <a:chExt cx="0" cy="0"/>
        </a:xfrm>
      </p:grpSpPr>
      <p:sp>
        <p:nvSpPr>
          <p:cNvPr id="1290" name="Google Shape;1290;p70"/>
          <p:cNvSpPr/>
          <p:nvPr>
            <p:ph idx="2" type="pic"/>
          </p:nvPr>
        </p:nvSpPr>
        <p:spPr>
          <a:xfrm>
            <a:off x="1408925" y="1186475"/>
            <a:ext cx="6585900" cy="3497400"/>
          </a:xfrm>
          <a:prstGeom prst="roundRect">
            <a:avLst>
              <a:gd fmla="val 6865" name="adj"/>
            </a:avLst>
          </a:prstGeom>
          <a:noFill/>
          <a:ln>
            <a:noFill/>
          </a:ln>
        </p:spPr>
      </p:sp>
      <p:sp>
        <p:nvSpPr>
          <p:cNvPr id="1291" name="Google Shape;1291;p70"/>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292" name="Google Shape;1292;p7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93" name="Google Shape;1293;p7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294" name="Google Shape;1294;p7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95" name="Google Shape;1295;p7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96" name="Google Shape;1296;p7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297" name="Google Shape;1297;p7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98" name="Google Shape;1298;p70"/>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99" name="Google Shape;1299;p70"/>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BLANK_1_1_1_1_1_1_1_1_1_1_1_1_1_1_1_1_1">
    <p:bg>
      <p:bgPr>
        <a:solidFill>
          <a:schemeClr val="lt2"/>
        </a:solidFill>
      </p:bgPr>
    </p:bg>
    <p:spTree>
      <p:nvGrpSpPr>
        <p:cNvPr id="1300" name="Shape 1300"/>
        <p:cNvGrpSpPr/>
        <p:nvPr/>
      </p:nvGrpSpPr>
      <p:grpSpPr>
        <a:xfrm>
          <a:off x="0" y="0"/>
          <a:ext cx="0" cy="0"/>
          <a:chOff x="0" y="0"/>
          <a:chExt cx="0" cy="0"/>
        </a:xfrm>
      </p:grpSpPr>
      <p:sp>
        <p:nvSpPr>
          <p:cNvPr id="1301" name="Google Shape;1301;p71"/>
          <p:cNvSpPr/>
          <p:nvPr>
            <p:ph idx="2" type="pic"/>
          </p:nvPr>
        </p:nvSpPr>
        <p:spPr>
          <a:xfrm>
            <a:off x="779675" y="1186481"/>
            <a:ext cx="3819900" cy="2148900"/>
          </a:xfrm>
          <a:prstGeom prst="roundRect">
            <a:avLst>
              <a:gd fmla="val 6865" name="adj"/>
            </a:avLst>
          </a:prstGeom>
          <a:noFill/>
          <a:ln>
            <a:noFill/>
          </a:ln>
        </p:spPr>
      </p:sp>
      <p:sp>
        <p:nvSpPr>
          <p:cNvPr id="1302" name="Google Shape;1302;p71"/>
          <p:cNvSpPr/>
          <p:nvPr>
            <p:ph idx="3" type="pic"/>
          </p:nvPr>
        </p:nvSpPr>
        <p:spPr>
          <a:xfrm>
            <a:off x="4798950" y="1186481"/>
            <a:ext cx="3819900" cy="2148900"/>
          </a:xfrm>
          <a:prstGeom prst="roundRect">
            <a:avLst>
              <a:gd fmla="val 6865" name="adj"/>
            </a:avLst>
          </a:prstGeom>
          <a:noFill/>
          <a:ln>
            <a:noFill/>
          </a:ln>
        </p:spPr>
      </p:sp>
      <p:sp>
        <p:nvSpPr>
          <p:cNvPr id="1303" name="Google Shape;1303;p7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04" name="Google Shape;1304;p7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05" name="Google Shape;1305;p7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06" name="Google Shape;1306;p7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7" name="Google Shape;1307;p7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8" name="Google Shape;1308;p7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09" name="Google Shape;1309;p71"/>
          <p:cNvSpPr txBox="1"/>
          <p:nvPr>
            <p:ph idx="1"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10" name="Google Shape;1310;p71"/>
          <p:cNvSpPr txBox="1"/>
          <p:nvPr>
            <p:ph idx="4"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11" name="Google Shape;1311;p71"/>
          <p:cNvSpPr txBox="1"/>
          <p:nvPr>
            <p:ph idx="5"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12" name="Google Shape;1312;p71"/>
          <p:cNvSpPr txBox="1"/>
          <p:nvPr>
            <p:ph idx="6"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1">
  <p:cSld name="BLANK_1_1_1_1_1_1_1_1_1_1_1_1_1_1_1_1_1_2">
    <p:bg>
      <p:bgPr>
        <a:solidFill>
          <a:schemeClr val="lt2"/>
        </a:solidFill>
      </p:bgPr>
    </p:bg>
    <p:spTree>
      <p:nvGrpSpPr>
        <p:cNvPr id="1313" name="Shape 1313"/>
        <p:cNvGrpSpPr/>
        <p:nvPr/>
      </p:nvGrpSpPr>
      <p:grpSpPr>
        <a:xfrm>
          <a:off x="0" y="0"/>
          <a:ext cx="0" cy="0"/>
          <a:chOff x="0" y="0"/>
          <a:chExt cx="0" cy="0"/>
        </a:xfrm>
      </p:grpSpPr>
      <p:sp>
        <p:nvSpPr>
          <p:cNvPr id="1314" name="Google Shape;1314;p7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15" name="Google Shape;1315;p72"/>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16" name="Google Shape;1316;p7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17" name="Google Shape;1317;p72"/>
          <p:cNvSpPr/>
          <p:nvPr>
            <p:ph idx="4" type="pic"/>
          </p:nvPr>
        </p:nvSpPr>
        <p:spPr>
          <a:xfrm>
            <a:off x="779675" y="1186481"/>
            <a:ext cx="3819900" cy="2148900"/>
          </a:xfrm>
          <a:prstGeom prst="roundRect">
            <a:avLst>
              <a:gd fmla="val 6865" name="adj"/>
            </a:avLst>
          </a:prstGeom>
          <a:noFill/>
          <a:ln>
            <a:noFill/>
          </a:ln>
        </p:spPr>
      </p:sp>
      <p:sp>
        <p:nvSpPr>
          <p:cNvPr id="1318" name="Google Shape;1318;p72"/>
          <p:cNvSpPr/>
          <p:nvPr>
            <p:ph idx="5" type="pic"/>
          </p:nvPr>
        </p:nvSpPr>
        <p:spPr>
          <a:xfrm>
            <a:off x="4798950" y="1186481"/>
            <a:ext cx="3819900" cy="2148900"/>
          </a:xfrm>
          <a:prstGeom prst="roundRect">
            <a:avLst>
              <a:gd fmla="val 6865" name="adj"/>
            </a:avLst>
          </a:prstGeom>
          <a:noFill/>
          <a:ln>
            <a:noFill/>
          </a:ln>
        </p:spPr>
      </p:sp>
      <p:sp>
        <p:nvSpPr>
          <p:cNvPr id="1319" name="Google Shape;1319;p7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20" name="Google Shape;1320;p7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21" name="Google Shape;1321;p7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22" name="Google Shape;1322;p7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23" name="Google Shape;1323;p7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24" name="Google Shape;1324;p7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25" name="Google Shape;1325;p72"/>
          <p:cNvSpPr txBox="1"/>
          <p:nvPr>
            <p:ph idx="6"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26" name="Google Shape;1326;p72"/>
          <p:cNvSpPr txBox="1"/>
          <p:nvPr>
            <p:ph idx="7"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27" name="Google Shape;1327;p72"/>
          <p:cNvSpPr txBox="1"/>
          <p:nvPr>
            <p:ph idx="8"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28" name="Google Shape;1328;p72"/>
          <p:cNvSpPr txBox="1"/>
          <p:nvPr>
            <p:ph idx="9"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solidFill>
          <a:schemeClr val="lt2"/>
        </a:solidFill>
      </p:bgPr>
    </p:bg>
    <p:spTree>
      <p:nvGrpSpPr>
        <p:cNvPr id="1329" name="Shape 1329"/>
        <p:cNvGrpSpPr/>
        <p:nvPr/>
      </p:nvGrpSpPr>
      <p:grpSpPr>
        <a:xfrm>
          <a:off x="0" y="0"/>
          <a:ext cx="0" cy="0"/>
          <a:chOff x="0" y="0"/>
          <a:chExt cx="0" cy="0"/>
        </a:xfrm>
      </p:grpSpPr>
      <p:sp>
        <p:nvSpPr>
          <p:cNvPr id="1330" name="Google Shape;1330;p73"/>
          <p:cNvSpPr/>
          <p:nvPr>
            <p:ph idx="2" type="pic"/>
          </p:nvPr>
        </p:nvSpPr>
        <p:spPr>
          <a:xfrm>
            <a:off x="779638" y="1448025"/>
            <a:ext cx="2424300" cy="1560300"/>
          </a:xfrm>
          <a:prstGeom prst="roundRect">
            <a:avLst>
              <a:gd fmla="val 6865" name="adj"/>
            </a:avLst>
          </a:prstGeom>
          <a:noFill/>
          <a:ln>
            <a:noFill/>
          </a:ln>
        </p:spPr>
      </p:sp>
      <p:sp>
        <p:nvSpPr>
          <p:cNvPr id="1331" name="Google Shape;1331;p73"/>
          <p:cNvSpPr/>
          <p:nvPr>
            <p:ph idx="3" type="pic"/>
          </p:nvPr>
        </p:nvSpPr>
        <p:spPr>
          <a:xfrm>
            <a:off x="3487091" y="1448025"/>
            <a:ext cx="2424300" cy="1560300"/>
          </a:xfrm>
          <a:prstGeom prst="roundRect">
            <a:avLst>
              <a:gd fmla="val 6865" name="adj"/>
            </a:avLst>
          </a:prstGeom>
          <a:noFill/>
          <a:ln>
            <a:noFill/>
          </a:ln>
        </p:spPr>
      </p:sp>
      <p:sp>
        <p:nvSpPr>
          <p:cNvPr id="1332" name="Google Shape;1332;p73"/>
          <p:cNvSpPr/>
          <p:nvPr>
            <p:ph idx="4" type="pic"/>
          </p:nvPr>
        </p:nvSpPr>
        <p:spPr>
          <a:xfrm>
            <a:off x="6194533" y="1448025"/>
            <a:ext cx="2424300" cy="1560300"/>
          </a:xfrm>
          <a:prstGeom prst="roundRect">
            <a:avLst>
              <a:gd fmla="val 6865" name="adj"/>
            </a:avLst>
          </a:prstGeom>
          <a:noFill/>
          <a:ln>
            <a:noFill/>
          </a:ln>
        </p:spPr>
      </p:sp>
      <p:sp>
        <p:nvSpPr>
          <p:cNvPr id="1333" name="Google Shape;1333;p7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34" name="Google Shape;1334;p7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35" name="Google Shape;1335;p7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36" name="Google Shape;1336;p7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7" name="Google Shape;1337;p7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8" name="Google Shape;1338;p7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39" name="Google Shape;1339;p73"/>
          <p:cNvSpPr txBox="1"/>
          <p:nvPr>
            <p:ph idx="1"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40" name="Google Shape;1340;p73"/>
          <p:cNvSpPr txBox="1"/>
          <p:nvPr>
            <p:ph idx="5"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41" name="Google Shape;1341;p73"/>
          <p:cNvSpPr txBox="1"/>
          <p:nvPr>
            <p:ph idx="6"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42" name="Google Shape;1342;p73"/>
          <p:cNvSpPr txBox="1"/>
          <p:nvPr>
            <p:ph idx="7"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43" name="Google Shape;1343;p73"/>
          <p:cNvSpPr txBox="1"/>
          <p:nvPr>
            <p:ph idx="8"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44" name="Google Shape;1344;p73"/>
          <p:cNvSpPr txBox="1"/>
          <p:nvPr>
            <p:ph idx="9"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bg>
      <p:bgPr>
        <a:solidFill>
          <a:schemeClr val="lt2"/>
        </a:solidFill>
      </p:bgPr>
    </p:bg>
    <p:spTree>
      <p:nvGrpSpPr>
        <p:cNvPr id="1345" name="Shape 1345"/>
        <p:cNvGrpSpPr/>
        <p:nvPr/>
      </p:nvGrpSpPr>
      <p:grpSpPr>
        <a:xfrm>
          <a:off x="0" y="0"/>
          <a:ext cx="0" cy="0"/>
          <a:chOff x="0" y="0"/>
          <a:chExt cx="0" cy="0"/>
        </a:xfrm>
      </p:grpSpPr>
      <p:sp>
        <p:nvSpPr>
          <p:cNvPr id="1346" name="Google Shape;1346;p7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7" name="Google Shape;1347;p7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48" name="Google Shape;1348;p7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9" name="Google Shape;1349;p74"/>
          <p:cNvSpPr/>
          <p:nvPr>
            <p:ph idx="4" type="pic"/>
          </p:nvPr>
        </p:nvSpPr>
        <p:spPr>
          <a:xfrm>
            <a:off x="779638" y="1448025"/>
            <a:ext cx="2424300" cy="1560300"/>
          </a:xfrm>
          <a:prstGeom prst="roundRect">
            <a:avLst>
              <a:gd fmla="val 6865" name="adj"/>
            </a:avLst>
          </a:prstGeom>
          <a:noFill/>
          <a:ln>
            <a:noFill/>
          </a:ln>
        </p:spPr>
      </p:sp>
      <p:sp>
        <p:nvSpPr>
          <p:cNvPr id="1350" name="Google Shape;1350;p74"/>
          <p:cNvSpPr/>
          <p:nvPr>
            <p:ph idx="5" type="pic"/>
          </p:nvPr>
        </p:nvSpPr>
        <p:spPr>
          <a:xfrm>
            <a:off x="3487091" y="1448025"/>
            <a:ext cx="2424300" cy="1560300"/>
          </a:xfrm>
          <a:prstGeom prst="roundRect">
            <a:avLst>
              <a:gd fmla="val 6865" name="adj"/>
            </a:avLst>
          </a:prstGeom>
          <a:noFill/>
          <a:ln>
            <a:noFill/>
          </a:ln>
        </p:spPr>
      </p:sp>
      <p:sp>
        <p:nvSpPr>
          <p:cNvPr id="1351" name="Google Shape;1351;p74"/>
          <p:cNvSpPr/>
          <p:nvPr>
            <p:ph idx="6" type="pic"/>
          </p:nvPr>
        </p:nvSpPr>
        <p:spPr>
          <a:xfrm>
            <a:off x="6194533" y="1448025"/>
            <a:ext cx="2424300" cy="1560300"/>
          </a:xfrm>
          <a:prstGeom prst="roundRect">
            <a:avLst>
              <a:gd fmla="val 6865" name="adj"/>
            </a:avLst>
          </a:prstGeom>
          <a:noFill/>
          <a:ln>
            <a:noFill/>
          </a:ln>
        </p:spPr>
      </p:sp>
      <p:sp>
        <p:nvSpPr>
          <p:cNvPr id="1352" name="Google Shape;1352;p74"/>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53" name="Google Shape;1353;p7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54" name="Google Shape;1354;p7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55" name="Google Shape;1355;p7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6" name="Google Shape;1356;p7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7" name="Google Shape;1357;p7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58" name="Google Shape;1358;p74"/>
          <p:cNvSpPr txBox="1"/>
          <p:nvPr>
            <p:ph idx="7"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59" name="Google Shape;1359;p74"/>
          <p:cNvSpPr txBox="1"/>
          <p:nvPr>
            <p:ph idx="8"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60" name="Google Shape;1360;p74"/>
          <p:cNvSpPr txBox="1"/>
          <p:nvPr>
            <p:ph idx="9"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61" name="Google Shape;1361;p74"/>
          <p:cNvSpPr txBox="1"/>
          <p:nvPr>
            <p:ph idx="13"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62" name="Google Shape;1362;p74"/>
          <p:cNvSpPr txBox="1"/>
          <p:nvPr>
            <p:ph idx="14"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63" name="Google Shape;1363;p74"/>
          <p:cNvSpPr txBox="1"/>
          <p:nvPr>
            <p:ph idx="15"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_1_1_1_1_1_1_1_1_1_1_1_1_1_1_1_1_1_1">
    <p:bg>
      <p:bgPr>
        <a:solidFill>
          <a:schemeClr val="lt2"/>
        </a:solidFill>
      </p:bgPr>
    </p:bg>
    <p:spTree>
      <p:nvGrpSpPr>
        <p:cNvPr id="1364" name="Shape 1364"/>
        <p:cNvGrpSpPr/>
        <p:nvPr/>
      </p:nvGrpSpPr>
      <p:grpSpPr>
        <a:xfrm>
          <a:off x="0" y="0"/>
          <a:ext cx="0" cy="0"/>
          <a:chOff x="0" y="0"/>
          <a:chExt cx="0" cy="0"/>
        </a:xfrm>
      </p:grpSpPr>
      <p:sp>
        <p:nvSpPr>
          <p:cNvPr id="1365" name="Google Shape;1365;p75"/>
          <p:cNvSpPr/>
          <p:nvPr>
            <p:ph idx="2" type="pic"/>
          </p:nvPr>
        </p:nvSpPr>
        <p:spPr>
          <a:xfrm>
            <a:off x="1540250" y="1039100"/>
            <a:ext cx="6585900" cy="3400500"/>
          </a:xfrm>
          <a:prstGeom prst="roundRect">
            <a:avLst>
              <a:gd fmla="val 6865" name="adj"/>
            </a:avLst>
          </a:prstGeom>
          <a:noFill/>
          <a:ln>
            <a:noFill/>
          </a:ln>
        </p:spPr>
      </p:sp>
      <p:cxnSp>
        <p:nvCxnSpPr>
          <p:cNvPr id="1366" name="Google Shape;1366;p7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67" name="Google Shape;1367;p7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68" name="Google Shape;1368;p7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69" name="Google Shape;1369;p7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 ALT 1">
  <p:cSld name="BLANK_1_1_1_1_1_1_1_1_1_1_1_1_1_1_1_1_1_1_1_2">
    <p:bg>
      <p:bgPr>
        <a:solidFill>
          <a:schemeClr val="lt2"/>
        </a:solidFill>
      </p:bgPr>
    </p:bg>
    <p:spTree>
      <p:nvGrpSpPr>
        <p:cNvPr id="1370" name="Shape 1370"/>
        <p:cNvGrpSpPr/>
        <p:nvPr/>
      </p:nvGrpSpPr>
      <p:grpSpPr>
        <a:xfrm>
          <a:off x="0" y="0"/>
          <a:ext cx="0" cy="0"/>
          <a:chOff x="0" y="0"/>
          <a:chExt cx="0" cy="0"/>
        </a:xfrm>
      </p:grpSpPr>
      <p:sp>
        <p:nvSpPr>
          <p:cNvPr id="1371" name="Google Shape;1371;p76"/>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72" name="Google Shape;1372;p7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73" name="Google Shape;1373;p7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74" name="Google Shape;1374;p76"/>
          <p:cNvSpPr/>
          <p:nvPr>
            <p:ph idx="4" type="pic"/>
          </p:nvPr>
        </p:nvSpPr>
        <p:spPr>
          <a:xfrm>
            <a:off x="1540250" y="1039100"/>
            <a:ext cx="6585900" cy="3400500"/>
          </a:xfrm>
          <a:prstGeom prst="roundRect">
            <a:avLst>
              <a:gd fmla="val 6865" name="adj"/>
            </a:avLst>
          </a:prstGeom>
          <a:noFill/>
          <a:ln>
            <a:noFill/>
          </a:ln>
        </p:spPr>
      </p:sp>
      <p:cxnSp>
        <p:nvCxnSpPr>
          <p:cNvPr id="1375" name="Google Shape;1375;p7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76" name="Google Shape;1376;p7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77" name="Google Shape;1377;p7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78" name="Google Shape;1378;p7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BLANK_1_1_1_1_1_1_1_1_1_1_1_1_1_1_1_1_1_1_1_1">
    <p:bg>
      <p:bgPr>
        <a:solidFill>
          <a:schemeClr val="lt2"/>
        </a:solidFill>
      </p:bgPr>
    </p:bg>
    <p:spTree>
      <p:nvGrpSpPr>
        <p:cNvPr id="1379" name="Shape 1379"/>
        <p:cNvGrpSpPr/>
        <p:nvPr/>
      </p:nvGrpSpPr>
      <p:grpSpPr>
        <a:xfrm>
          <a:off x="0" y="0"/>
          <a:ext cx="0" cy="0"/>
          <a:chOff x="0" y="0"/>
          <a:chExt cx="0" cy="0"/>
        </a:xfrm>
      </p:grpSpPr>
      <p:sp>
        <p:nvSpPr>
          <p:cNvPr id="1380" name="Google Shape;1380;p77"/>
          <p:cNvSpPr/>
          <p:nvPr>
            <p:ph idx="2" type="pic"/>
          </p:nvPr>
        </p:nvSpPr>
        <p:spPr>
          <a:xfrm>
            <a:off x="1907087" y="1245243"/>
            <a:ext cx="1868700" cy="1051200"/>
          </a:xfrm>
          <a:prstGeom prst="roundRect">
            <a:avLst>
              <a:gd fmla="val 6865" name="adj"/>
            </a:avLst>
          </a:prstGeom>
          <a:noFill/>
          <a:ln>
            <a:noFill/>
          </a:ln>
        </p:spPr>
      </p:sp>
      <p:sp>
        <p:nvSpPr>
          <p:cNvPr id="1381" name="Google Shape;1381;p77"/>
          <p:cNvSpPr/>
          <p:nvPr>
            <p:ph idx="3" type="pic"/>
          </p:nvPr>
        </p:nvSpPr>
        <p:spPr>
          <a:xfrm>
            <a:off x="3898886" y="1245243"/>
            <a:ext cx="1868700" cy="1051200"/>
          </a:xfrm>
          <a:prstGeom prst="roundRect">
            <a:avLst>
              <a:gd fmla="val 6865" name="adj"/>
            </a:avLst>
          </a:prstGeom>
          <a:noFill/>
          <a:ln>
            <a:noFill/>
          </a:ln>
        </p:spPr>
      </p:sp>
      <p:sp>
        <p:nvSpPr>
          <p:cNvPr id="1382" name="Google Shape;1382;p77"/>
          <p:cNvSpPr/>
          <p:nvPr>
            <p:ph idx="4" type="pic"/>
          </p:nvPr>
        </p:nvSpPr>
        <p:spPr>
          <a:xfrm>
            <a:off x="5890685" y="1245243"/>
            <a:ext cx="1868700" cy="1051200"/>
          </a:xfrm>
          <a:prstGeom prst="roundRect">
            <a:avLst>
              <a:gd fmla="val 6865" name="adj"/>
            </a:avLst>
          </a:prstGeom>
          <a:noFill/>
          <a:ln>
            <a:noFill/>
          </a:ln>
        </p:spPr>
      </p:sp>
      <p:sp>
        <p:nvSpPr>
          <p:cNvPr id="1383" name="Google Shape;1383;p77"/>
          <p:cNvSpPr/>
          <p:nvPr>
            <p:ph idx="5" type="pic"/>
          </p:nvPr>
        </p:nvSpPr>
        <p:spPr>
          <a:xfrm>
            <a:off x="1907087" y="2409575"/>
            <a:ext cx="1868700" cy="1051200"/>
          </a:xfrm>
          <a:prstGeom prst="roundRect">
            <a:avLst>
              <a:gd fmla="val 6865" name="adj"/>
            </a:avLst>
          </a:prstGeom>
          <a:noFill/>
          <a:ln>
            <a:noFill/>
          </a:ln>
        </p:spPr>
      </p:sp>
      <p:sp>
        <p:nvSpPr>
          <p:cNvPr id="1384" name="Google Shape;1384;p77"/>
          <p:cNvSpPr/>
          <p:nvPr>
            <p:ph idx="6" type="pic"/>
          </p:nvPr>
        </p:nvSpPr>
        <p:spPr>
          <a:xfrm>
            <a:off x="3898886" y="2409575"/>
            <a:ext cx="1868700" cy="1051200"/>
          </a:xfrm>
          <a:prstGeom prst="roundRect">
            <a:avLst>
              <a:gd fmla="val 6865" name="adj"/>
            </a:avLst>
          </a:prstGeom>
          <a:noFill/>
          <a:ln>
            <a:noFill/>
          </a:ln>
        </p:spPr>
      </p:sp>
      <p:sp>
        <p:nvSpPr>
          <p:cNvPr id="1385" name="Google Shape;1385;p77"/>
          <p:cNvSpPr/>
          <p:nvPr>
            <p:ph idx="7" type="pic"/>
          </p:nvPr>
        </p:nvSpPr>
        <p:spPr>
          <a:xfrm>
            <a:off x="5890685" y="2409575"/>
            <a:ext cx="1868700" cy="1051200"/>
          </a:xfrm>
          <a:prstGeom prst="roundRect">
            <a:avLst>
              <a:gd fmla="val 6865" name="adj"/>
            </a:avLst>
          </a:prstGeom>
          <a:noFill/>
          <a:ln>
            <a:noFill/>
          </a:ln>
        </p:spPr>
      </p:sp>
      <p:sp>
        <p:nvSpPr>
          <p:cNvPr id="1386" name="Google Shape;1386;p77"/>
          <p:cNvSpPr/>
          <p:nvPr>
            <p:ph idx="8" type="pic"/>
          </p:nvPr>
        </p:nvSpPr>
        <p:spPr>
          <a:xfrm>
            <a:off x="1907087" y="3573907"/>
            <a:ext cx="1868700" cy="1051200"/>
          </a:xfrm>
          <a:prstGeom prst="roundRect">
            <a:avLst>
              <a:gd fmla="val 6865" name="adj"/>
            </a:avLst>
          </a:prstGeom>
          <a:noFill/>
          <a:ln>
            <a:noFill/>
          </a:ln>
        </p:spPr>
      </p:sp>
      <p:sp>
        <p:nvSpPr>
          <p:cNvPr id="1387" name="Google Shape;1387;p77"/>
          <p:cNvSpPr/>
          <p:nvPr>
            <p:ph idx="9" type="pic"/>
          </p:nvPr>
        </p:nvSpPr>
        <p:spPr>
          <a:xfrm>
            <a:off x="3898886" y="3573907"/>
            <a:ext cx="1868700" cy="1051200"/>
          </a:xfrm>
          <a:prstGeom prst="roundRect">
            <a:avLst>
              <a:gd fmla="val 6865" name="adj"/>
            </a:avLst>
          </a:prstGeom>
          <a:noFill/>
          <a:ln>
            <a:noFill/>
          </a:ln>
        </p:spPr>
      </p:sp>
      <p:sp>
        <p:nvSpPr>
          <p:cNvPr id="1388" name="Google Shape;1388;p77"/>
          <p:cNvSpPr/>
          <p:nvPr>
            <p:ph idx="13" type="pic"/>
          </p:nvPr>
        </p:nvSpPr>
        <p:spPr>
          <a:xfrm>
            <a:off x="5890685" y="3573907"/>
            <a:ext cx="1868700" cy="1051200"/>
          </a:xfrm>
          <a:prstGeom prst="roundRect">
            <a:avLst>
              <a:gd fmla="val 6865" name="adj"/>
            </a:avLst>
          </a:prstGeom>
          <a:noFill/>
          <a:ln>
            <a:noFill/>
          </a:ln>
        </p:spPr>
      </p:sp>
      <p:cxnSp>
        <p:nvCxnSpPr>
          <p:cNvPr id="1389" name="Google Shape;1389;p7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90" name="Google Shape;1390;p7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91" name="Google Shape;1391;p7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92" name="Google Shape;1392;p7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393" name="Google Shape;1393;p7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94" name="Google Shape;1394;p77"/>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ALT 1">
  <p:cSld name="BLANK_1_1_1_1_1_1_1_1_1_1_1_1_1_1_1_1_1_1_1_1_1">
    <p:bg>
      <p:bgPr>
        <a:solidFill>
          <a:schemeClr val="lt2"/>
        </a:solidFill>
      </p:bgPr>
    </p:bg>
    <p:spTree>
      <p:nvGrpSpPr>
        <p:cNvPr id="1395" name="Shape 1395"/>
        <p:cNvGrpSpPr/>
        <p:nvPr/>
      </p:nvGrpSpPr>
      <p:grpSpPr>
        <a:xfrm>
          <a:off x="0" y="0"/>
          <a:ext cx="0" cy="0"/>
          <a:chOff x="0" y="0"/>
          <a:chExt cx="0" cy="0"/>
        </a:xfrm>
      </p:grpSpPr>
      <p:sp>
        <p:nvSpPr>
          <p:cNvPr id="1396" name="Google Shape;1396;p78"/>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97" name="Google Shape;1397;p78"/>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8" name="Google Shape;1398;p7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9" name="Google Shape;1399;p78"/>
          <p:cNvSpPr/>
          <p:nvPr>
            <p:ph idx="4" type="pic"/>
          </p:nvPr>
        </p:nvSpPr>
        <p:spPr>
          <a:xfrm>
            <a:off x="1907087" y="1245243"/>
            <a:ext cx="1868700" cy="1051200"/>
          </a:xfrm>
          <a:prstGeom prst="roundRect">
            <a:avLst>
              <a:gd fmla="val 6865" name="adj"/>
            </a:avLst>
          </a:prstGeom>
          <a:noFill/>
          <a:ln>
            <a:noFill/>
          </a:ln>
        </p:spPr>
      </p:sp>
      <p:sp>
        <p:nvSpPr>
          <p:cNvPr id="1400" name="Google Shape;1400;p78"/>
          <p:cNvSpPr/>
          <p:nvPr>
            <p:ph idx="5" type="pic"/>
          </p:nvPr>
        </p:nvSpPr>
        <p:spPr>
          <a:xfrm>
            <a:off x="3898886" y="1245243"/>
            <a:ext cx="1868700" cy="1051200"/>
          </a:xfrm>
          <a:prstGeom prst="roundRect">
            <a:avLst>
              <a:gd fmla="val 6865" name="adj"/>
            </a:avLst>
          </a:prstGeom>
          <a:noFill/>
          <a:ln>
            <a:noFill/>
          </a:ln>
        </p:spPr>
      </p:sp>
      <p:sp>
        <p:nvSpPr>
          <p:cNvPr id="1401" name="Google Shape;1401;p78"/>
          <p:cNvSpPr/>
          <p:nvPr>
            <p:ph idx="6" type="pic"/>
          </p:nvPr>
        </p:nvSpPr>
        <p:spPr>
          <a:xfrm>
            <a:off x="5890685" y="1245243"/>
            <a:ext cx="1868700" cy="1051200"/>
          </a:xfrm>
          <a:prstGeom prst="roundRect">
            <a:avLst>
              <a:gd fmla="val 6865" name="adj"/>
            </a:avLst>
          </a:prstGeom>
          <a:noFill/>
          <a:ln>
            <a:noFill/>
          </a:ln>
        </p:spPr>
      </p:sp>
      <p:sp>
        <p:nvSpPr>
          <p:cNvPr id="1402" name="Google Shape;1402;p78"/>
          <p:cNvSpPr/>
          <p:nvPr>
            <p:ph idx="7" type="pic"/>
          </p:nvPr>
        </p:nvSpPr>
        <p:spPr>
          <a:xfrm>
            <a:off x="1907087" y="2409575"/>
            <a:ext cx="1868700" cy="1051200"/>
          </a:xfrm>
          <a:prstGeom prst="roundRect">
            <a:avLst>
              <a:gd fmla="val 6865" name="adj"/>
            </a:avLst>
          </a:prstGeom>
          <a:noFill/>
          <a:ln>
            <a:noFill/>
          </a:ln>
        </p:spPr>
      </p:sp>
      <p:sp>
        <p:nvSpPr>
          <p:cNvPr id="1403" name="Google Shape;1403;p78"/>
          <p:cNvSpPr/>
          <p:nvPr>
            <p:ph idx="8" type="pic"/>
          </p:nvPr>
        </p:nvSpPr>
        <p:spPr>
          <a:xfrm>
            <a:off x="3898886" y="2409575"/>
            <a:ext cx="1868700" cy="1051200"/>
          </a:xfrm>
          <a:prstGeom prst="roundRect">
            <a:avLst>
              <a:gd fmla="val 6865" name="adj"/>
            </a:avLst>
          </a:prstGeom>
          <a:noFill/>
          <a:ln>
            <a:noFill/>
          </a:ln>
        </p:spPr>
      </p:sp>
      <p:sp>
        <p:nvSpPr>
          <p:cNvPr id="1404" name="Google Shape;1404;p78"/>
          <p:cNvSpPr/>
          <p:nvPr>
            <p:ph idx="9" type="pic"/>
          </p:nvPr>
        </p:nvSpPr>
        <p:spPr>
          <a:xfrm>
            <a:off x="5890685" y="2409575"/>
            <a:ext cx="1868700" cy="1051200"/>
          </a:xfrm>
          <a:prstGeom prst="roundRect">
            <a:avLst>
              <a:gd fmla="val 6865" name="adj"/>
            </a:avLst>
          </a:prstGeom>
          <a:noFill/>
          <a:ln>
            <a:noFill/>
          </a:ln>
        </p:spPr>
      </p:sp>
      <p:sp>
        <p:nvSpPr>
          <p:cNvPr id="1405" name="Google Shape;1405;p78"/>
          <p:cNvSpPr/>
          <p:nvPr>
            <p:ph idx="13" type="pic"/>
          </p:nvPr>
        </p:nvSpPr>
        <p:spPr>
          <a:xfrm>
            <a:off x="1907087" y="3573907"/>
            <a:ext cx="1868700" cy="1051200"/>
          </a:xfrm>
          <a:prstGeom prst="roundRect">
            <a:avLst>
              <a:gd fmla="val 6865" name="adj"/>
            </a:avLst>
          </a:prstGeom>
          <a:noFill/>
          <a:ln>
            <a:noFill/>
          </a:ln>
        </p:spPr>
      </p:sp>
      <p:sp>
        <p:nvSpPr>
          <p:cNvPr id="1406" name="Google Shape;1406;p78"/>
          <p:cNvSpPr/>
          <p:nvPr>
            <p:ph idx="14" type="pic"/>
          </p:nvPr>
        </p:nvSpPr>
        <p:spPr>
          <a:xfrm>
            <a:off x="3898886" y="3573907"/>
            <a:ext cx="1868700" cy="1051200"/>
          </a:xfrm>
          <a:prstGeom prst="roundRect">
            <a:avLst>
              <a:gd fmla="val 6865" name="adj"/>
            </a:avLst>
          </a:prstGeom>
          <a:noFill/>
          <a:ln>
            <a:noFill/>
          </a:ln>
        </p:spPr>
      </p:sp>
      <p:sp>
        <p:nvSpPr>
          <p:cNvPr id="1407" name="Google Shape;1407;p78"/>
          <p:cNvSpPr/>
          <p:nvPr>
            <p:ph idx="15" type="pic"/>
          </p:nvPr>
        </p:nvSpPr>
        <p:spPr>
          <a:xfrm>
            <a:off x="5890685" y="3573907"/>
            <a:ext cx="1868700" cy="1051200"/>
          </a:xfrm>
          <a:prstGeom prst="roundRect">
            <a:avLst>
              <a:gd fmla="val 6865" name="adj"/>
            </a:avLst>
          </a:prstGeom>
          <a:noFill/>
          <a:ln>
            <a:noFill/>
          </a:ln>
        </p:spPr>
      </p:sp>
      <p:cxnSp>
        <p:nvCxnSpPr>
          <p:cNvPr id="1408" name="Google Shape;1408;p7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09" name="Google Shape;1409;p7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10" name="Google Shape;1410;p7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11" name="Google Shape;1411;p7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12" name="Google Shape;1412;p78"/>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413" name="Google Shape;1413;p7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14" name="Shape 1414"/>
        <p:cNvGrpSpPr/>
        <p:nvPr/>
      </p:nvGrpSpPr>
      <p:grpSpPr>
        <a:xfrm>
          <a:off x="0" y="0"/>
          <a:ext cx="0" cy="0"/>
          <a:chOff x="0" y="0"/>
          <a:chExt cx="0" cy="0"/>
        </a:xfrm>
      </p:grpSpPr>
      <p:sp>
        <p:nvSpPr>
          <p:cNvPr id="1415" name="Google Shape;1415;p79"/>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16" name="Google Shape;1416;p79"/>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417" name="Shape 1417"/>
        <p:cNvGrpSpPr/>
        <p:nvPr/>
      </p:nvGrpSpPr>
      <p:grpSpPr>
        <a:xfrm>
          <a:off x="0" y="0"/>
          <a:ext cx="0" cy="0"/>
          <a:chOff x="0" y="0"/>
          <a:chExt cx="0" cy="0"/>
        </a:xfrm>
      </p:grpSpPr>
      <p:sp>
        <p:nvSpPr>
          <p:cNvPr id="1418" name="Google Shape;1418;p80"/>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19" name="Google Shape;1419;p80"/>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1420" name="Google Shape;1420;p80"/>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21" name="Shape 14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0" Type="http://schemas.openxmlformats.org/officeDocument/2006/relationships/slideLayout" Target="../slideLayouts/slideLayout80.xml"/><Relationship Id="rId81"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800"/>
              </a:spcBef>
              <a:spcAft>
                <a:spcPts val="80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1pPr>
            <a:lvl2pPr lvl="1">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2pPr>
            <a:lvl3pPr lvl="2">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3pPr>
            <a:lvl4pPr lvl="3">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4pPr>
            <a:lvl5pPr lvl="4">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5pPr>
            <a:lvl6pPr lvl="5">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6pPr>
            <a:lvl7pPr lvl="6">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7pPr>
            <a:lvl8pPr lvl="7">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8pPr>
            <a:lvl9pPr lvl="8">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82"/>
          <p:cNvSpPr txBox="1"/>
          <p:nvPr>
            <p:ph type="title"/>
          </p:nvPr>
        </p:nvSpPr>
        <p:spPr>
          <a:xfrm>
            <a:off x="521550" y="1036075"/>
            <a:ext cx="8100900" cy="1531500"/>
          </a:xfrm>
          <a:prstGeom prst="rect">
            <a:avLst/>
          </a:prstGeom>
        </p:spPr>
        <p:txBody>
          <a:bodyPr anchorCtr="0" anchor="t" bIns="91425" lIns="274300" spcFirstLastPara="1" rIns="182875" wrap="square" tIns="91425">
            <a:noAutofit/>
          </a:bodyPr>
          <a:lstStyle/>
          <a:p>
            <a:pPr indent="0" lvl="0" marL="0" rtl="0" algn="l">
              <a:lnSpc>
                <a:spcPct val="85000"/>
              </a:lnSpc>
              <a:spcBef>
                <a:spcPts val="0"/>
              </a:spcBef>
              <a:spcAft>
                <a:spcPts val="0"/>
              </a:spcAft>
              <a:buSzPts val="891"/>
              <a:buNone/>
            </a:pPr>
            <a:r>
              <a:rPr lang="en" sz="3927"/>
              <a:t>Redlined and Left Behind: Housing Unaffordability and Displacement Risk in Charlotte, NC</a:t>
            </a:r>
            <a:endParaRPr sz="3927"/>
          </a:p>
        </p:txBody>
      </p:sp>
      <p:sp>
        <p:nvSpPr>
          <p:cNvPr id="1427" name="Google Shape;1427;p82"/>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p>
            <a:pPr indent="0" lvl="0" marL="0" rtl="0" algn="l">
              <a:lnSpc>
                <a:spcPct val="115000"/>
              </a:lnSpc>
              <a:spcBef>
                <a:spcPts val="0"/>
              </a:spcBef>
              <a:spcAft>
                <a:spcPts val="0"/>
              </a:spcAft>
              <a:buSzPts val="1000"/>
              <a:buNone/>
            </a:pPr>
            <a:r>
              <a:rPr lang="en"/>
              <a:t>Ayia Boutanassa, Brady Dunn, Bryce Jackson, Eric Testen, Garrison High</a:t>
            </a:r>
            <a:endParaRPr/>
          </a:p>
        </p:txBody>
      </p:sp>
      <p:sp>
        <p:nvSpPr>
          <p:cNvPr id="1428" name="Google Shape;1428;p82"/>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p>
            <a:pPr indent="0" lvl="0" marL="0" rtl="0" algn="l">
              <a:lnSpc>
                <a:spcPct val="115000"/>
              </a:lnSpc>
              <a:spcBef>
                <a:spcPts val="0"/>
              </a:spcBef>
              <a:spcAft>
                <a:spcPts val="0"/>
              </a:spcAft>
              <a:buSzPts val="1000"/>
              <a:buNone/>
            </a:pPr>
            <a:r>
              <a:rPr lang="en"/>
              <a:t>DTSC 2302 Project 3</a:t>
            </a:r>
            <a:endParaRPr/>
          </a:p>
        </p:txBody>
      </p:sp>
      <p:sp>
        <p:nvSpPr>
          <p:cNvPr id="1429" name="Google Shape;1429;p82"/>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1000"/>
              <a:buNone/>
            </a:pPr>
            <a:r>
              <a:rPr lang="en"/>
              <a:t>05/04</a:t>
            </a:r>
            <a:endParaRPr/>
          </a:p>
        </p:txBody>
      </p:sp>
      <p:sp>
        <p:nvSpPr>
          <p:cNvPr id="1430" name="Google Shape;1430;p82"/>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1000"/>
              <a:buNone/>
            </a:pPr>
            <a:r>
              <a:rPr lang="en"/>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4" name="Shape 1434"/>
        <p:cNvGrpSpPr/>
        <p:nvPr/>
      </p:nvGrpSpPr>
      <p:grpSpPr>
        <a:xfrm>
          <a:off x="0" y="0"/>
          <a:ext cx="0" cy="0"/>
          <a:chOff x="0" y="0"/>
          <a:chExt cx="0" cy="0"/>
        </a:xfrm>
      </p:grpSpPr>
      <p:cxnSp>
        <p:nvCxnSpPr>
          <p:cNvPr id="1435" name="Google Shape;1435;p8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36" name="Google Shape;1436;p8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grpSp>
        <p:nvGrpSpPr>
          <p:cNvPr id="1437" name="Google Shape;1437;p83"/>
          <p:cNvGrpSpPr/>
          <p:nvPr/>
        </p:nvGrpSpPr>
        <p:grpSpPr>
          <a:xfrm rot="5400000">
            <a:off x="596065" y="4459673"/>
            <a:ext cx="369896" cy="333900"/>
            <a:chOff x="96076" y="654376"/>
            <a:chExt cx="369896" cy="333900"/>
          </a:xfrm>
        </p:grpSpPr>
        <p:cxnSp>
          <p:nvCxnSpPr>
            <p:cNvPr id="1438" name="Google Shape;1438;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39" name="Google Shape;1439;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40" name="Google Shape;1440;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41" name="Google Shape;1441;p83"/>
          <p:cNvGrpSpPr/>
          <p:nvPr/>
        </p:nvGrpSpPr>
        <p:grpSpPr>
          <a:xfrm rot="5400000">
            <a:off x="596065" y="3723173"/>
            <a:ext cx="369896" cy="333900"/>
            <a:chOff x="96076" y="654376"/>
            <a:chExt cx="369896" cy="333900"/>
          </a:xfrm>
        </p:grpSpPr>
        <p:cxnSp>
          <p:nvCxnSpPr>
            <p:cNvPr id="1442" name="Google Shape;1442;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43" name="Google Shape;1443;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44" name="Google Shape;1444;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45" name="Google Shape;1445;p83"/>
          <p:cNvGrpSpPr/>
          <p:nvPr/>
        </p:nvGrpSpPr>
        <p:grpSpPr>
          <a:xfrm rot="5400000">
            <a:off x="596065" y="2986673"/>
            <a:ext cx="369896" cy="333900"/>
            <a:chOff x="96076" y="654376"/>
            <a:chExt cx="369896" cy="333900"/>
          </a:xfrm>
        </p:grpSpPr>
        <p:cxnSp>
          <p:nvCxnSpPr>
            <p:cNvPr id="1446" name="Google Shape;1446;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47" name="Google Shape;1447;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48" name="Google Shape;1448;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49" name="Google Shape;1449;p83"/>
          <p:cNvGrpSpPr/>
          <p:nvPr/>
        </p:nvGrpSpPr>
        <p:grpSpPr>
          <a:xfrm rot="5400000">
            <a:off x="596065" y="2250173"/>
            <a:ext cx="369896" cy="333900"/>
            <a:chOff x="96076" y="654376"/>
            <a:chExt cx="369896" cy="333900"/>
          </a:xfrm>
        </p:grpSpPr>
        <p:cxnSp>
          <p:nvCxnSpPr>
            <p:cNvPr id="1450" name="Google Shape;1450;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51" name="Google Shape;1451;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52" name="Google Shape;1452;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53" name="Google Shape;1453;p83"/>
          <p:cNvGrpSpPr/>
          <p:nvPr/>
        </p:nvGrpSpPr>
        <p:grpSpPr>
          <a:xfrm rot="5400000">
            <a:off x="594827" y="1513673"/>
            <a:ext cx="369896" cy="333900"/>
            <a:chOff x="96076" y="654376"/>
            <a:chExt cx="369896" cy="333900"/>
          </a:xfrm>
        </p:grpSpPr>
        <p:cxnSp>
          <p:nvCxnSpPr>
            <p:cNvPr id="1454" name="Google Shape;1454;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55" name="Google Shape;1455;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56" name="Google Shape;1456;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457" name="Google Shape;1457;p83"/>
          <p:cNvGrpSpPr/>
          <p:nvPr/>
        </p:nvGrpSpPr>
        <p:grpSpPr>
          <a:xfrm rot="5400000">
            <a:off x="594827" y="777173"/>
            <a:ext cx="369896" cy="333900"/>
            <a:chOff x="96076" y="654376"/>
            <a:chExt cx="369896" cy="333900"/>
          </a:xfrm>
        </p:grpSpPr>
        <p:cxnSp>
          <p:nvCxnSpPr>
            <p:cNvPr id="1458" name="Google Shape;1458;p8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459" name="Google Shape;1459;p8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60" name="Google Shape;1460;p8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461" name="Google Shape;1461;p8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62" name="Google Shape;1462;p83"/>
          <p:cNvCxnSpPr/>
          <p:nvPr/>
        </p:nvCxnSpPr>
        <p:spPr>
          <a:xfrm>
            <a:off x="1045950" y="2053193"/>
            <a:ext cx="8098500" cy="0"/>
          </a:xfrm>
          <a:prstGeom prst="straightConnector1">
            <a:avLst/>
          </a:prstGeom>
          <a:noFill/>
          <a:ln cap="flat" cmpd="sng" w="9525">
            <a:solidFill>
              <a:schemeClr val="lt1"/>
            </a:solidFill>
            <a:prstDash val="solid"/>
            <a:round/>
            <a:headEnd len="sm" w="sm" type="none"/>
            <a:tailEnd len="sm" w="sm" type="none"/>
          </a:ln>
        </p:spPr>
      </p:cxnSp>
      <p:cxnSp>
        <p:nvCxnSpPr>
          <p:cNvPr id="1463" name="Google Shape;1463;p83"/>
          <p:cNvCxnSpPr/>
          <p:nvPr/>
        </p:nvCxnSpPr>
        <p:spPr>
          <a:xfrm>
            <a:off x="1045950" y="2800742"/>
            <a:ext cx="8098500" cy="0"/>
          </a:xfrm>
          <a:prstGeom prst="straightConnector1">
            <a:avLst/>
          </a:prstGeom>
          <a:noFill/>
          <a:ln cap="flat" cmpd="sng" w="9525">
            <a:solidFill>
              <a:schemeClr val="lt1"/>
            </a:solidFill>
            <a:prstDash val="solid"/>
            <a:round/>
            <a:headEnd len="sm" w="sm" type="none"/>
            <a:tailEnd len="sm" w="sm" type="none"/>
          </a:ln>
        </p:spPr>
      </p:cxnSp>
      <p:cxnSp>
        <p:nvCxnSpPr>
          <p:cNvPr id="1464" name="Google Shape;1464;p83"/>
          <p:cNvCxnSpPr/>
          <p:nvPr/>
        </p:nvCxnSpPr>
        <p:spPr>
          <a:xfrm>
            <a:off x="1045950" y="3542475"/>
            <a:ext cx="8098500" cy="0"/>
          </a:xfrm>
          <a:prstGeom prst="straightConnector1">
            <a:avLst/>
          </a:prstGeom>
          <a:noFill/>
          <a:ln cap="flat" cmpd="sng" w="9525">
            <a:solidFill>
              <a:schemeClr val="lt1"/>
            </a:solidFill>
            <a:prstDash val="solid"/>
            <a:round/>
            <a:headEnd len="sm" w="sm" type="none"/>
            <a:tailEnd len="sm" w="sm" type="none"/>
          </a:ln>
        </p:spPr>
      </p:cxnSp>
      <p:cxnSp>
        <p:nvCxnSpPr>
          <p:cNvPr id="1465" name="Google Shape;1465;p83"/>
          <p:cNvCxnSpPr/>
          <p:nvPr/>
        </p:nvCxnSpPr>
        <p:spPr>
          <a:xfrm>
            <a:off x="1045950" y="4297588"/>
            <a:ext cx="8098500" cy="0"/>
          </a:xfrm>
          <a:prstGeom prst="straightConnector1">
            <a:avLst/>
          </a:prstGeom>
          <a:noFill/>
          <a:ln cap="flat" cmpd="sng" w="9525">
            <a:solidFill>
              <a:schemeClr val="lt1"/>
            </a:solidFill>
            <a:prstDash val="solid"/>
            <a:round/>
            <a:headEnd len="sm" w="sm" type="none"/>
            <a:tailEnd len="sm" w="sm" type="none"/>
          </a:ln>
        </p:spPr>
      </p:cxnSp>
      <p:cxnSp>
        <p:nvCxnSpPr>
          <p:cNvPr id="1466" name="Google Shape;1466;p83"/>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cxnSp>
        <p:nvCxnSpPr>
          <p:cNvPr id="1467" name="Google Shape;1467;p8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68" name="Google Shape;1468;p8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sp>
        <p:nvSpPr>
          <p:cNvPr id="1469" name="Google Shape;1469;p83"/>
          <p:cNvSpPr txBox="1"/>
          <p:nvPr>
            <p:ph idx="2"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470" name="Google Shape;1470;p8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
        <p:nvSpPr>
          <p:cNvPr id="1471" name="Google Shape;1471;p83"/>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2026</a:t>
            </a:r>
            <a:endParaRPr/>
          </a:p>
        </p:txBody>
      </p:sp>
      <p:sp>
        <p:nvSpPr>
          <p:cNvPr id="1472" name="Google Shape;1472;p83"/>
          <p:cNvSpPr txBox="1"/>
          <p:nvPr>
            <p:ph idx="1" type="subTitle"/>
          </p:nvPr>
        </p:nvSpPr>
        <p:spPr>
          <a:xfrm>
            <a:off x="1041050" y="334925"/>
            <a:ext cx="7581900" cy="329700"/>
          </a:xfrm>
          <a:prstGeom prst="rect">
            <a:avLst/>
          </a:prstGeom>
        </p:spPr>
        <p:txBody>
          <a:bodyPr anchorCtr="0" anchor="ctr" bIns="0" lIns="274300" spcFirstLastPara="1" rIns="91425" wrap="square" tIns="91425">
            <a:noAutofit/>
          </a:bodyPr>
          <a:lstStyle/>
          <a:p>
            <a:pPr indent="0" lvl="0" marL="0" rtl="0" algn="l">
              <a:lnSpc>
                <a:spcPct val="95000"/>
              </a:lnSpc>
              <a:spcBef>
                <a:spcPts val="0"/>
              </a:spcBef>
              <a:spcAft>
                <a:spcPts val="0"/>
              </a:spcAft>
              <a:buSzPts val="775"/>
              <a:buNone/>
            </a:pPr>
            <a:r>
              <a:rPr lang="en" sz="875"/>
              <a:t>House Unaffordability &amp; Displacement Risk </a:t>
            </a:r>
            <a:endParaRPr sz="875"/>
          </a:p>
          <a:p>
            <a:pPr indent="0" lvl="0" marL="0" rtl="0" algn="l">
              <a:lnSpc>
                <a:spcPct val="95000"/>
              </a:lnSpc>
              <a:spcBef>
                <a:spcPts val="0"/>
              </a:spcBef>
              <a:spcAft>
                <a:spcPts val="0"/>
              </a:spcAft>
              <a:buSzPts val="775"/>
              <a:buNone/>
            </a:pPr>
            <a:r>
              <a:t/>
            </a:r>
            <a:endParaRPr sz="775"/>
          </a:p>
        </p:txBody>
      </p:sp>
      <p:sp>
        <p:nvSpPr>
          <p:cNvPr id="1473" name="Google Shape;1473;p83"/>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Key Findings</a:t>
            </a:r>
            <a:endParaRPr/>
          </a:p>
        </p:txBody>
      </p:sp>
      <p:sp>
        <p:nvSpPr>
          <p:cNvPr id="1474" name="Google Shape;1474;p83"/>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Regression Model </a:t>
            </a:r>
            <a:endParaRPr/>
          </a:p>
        </p:txBody>
      </p:sp>
      <p:sp>
        <p:nvSpPr>
          <p:cNvPr id="1475" name="Google Shape;1475;p83"/>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Classification Model</a:t>
            </a:r>
            <a:endParaRPr/>
          </a:p>
        </p:txBody>
      </p:sp>
      <p:sp>
        <p:nvSpPr>
          <p:cNvPr id="1476" name="Google Shape;1476;p83"/>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HOLC Equite Analysis</a:t>
            </a:r>
            <a:endParaRPr/>
          </a:p>
        </p:txBody>
      </p:sp>
      <p:sp>
        <p:nvSpPr>
          <p:cNvPr id="1477" name="Google Shape;1477;p83"/>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Conclusion</a:t>
            </a:r>
            <a:endParaRPr/>
          </a:p>
        </p:txBody>
      </p:sp>
      <p:sp>
        <p:nvSpPr>
          <p:cNvPr id="1478" name="Google Shape;1478;p83"/>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Motive/Topic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84"/>
          <p:cNvSpPr txBox="1"/>
          <p:nvPr>
            <p:ph idx="9" type="title"/>
          </p:nvPr>
        </p:nvSpPr>
        <p:spPr>
          <a:xfrm>
            <a:off x="6739688" y="1801825"/>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4</a:t>
            </a:r>
            <a:endParaRPr sz="1500"/>
          </a:p>
        </p:txBody>
      </p:sp>
      <p:sp>
        <p:nvSpPr>
          <p:cNvPr id="1484" name="Google Shape;1484;p84"/>
          <p:cNvSpPr txBox="1"/>
          <p:nvPr>
            <p:ph idx="4" type="title"/>
          </p:nvPr>
        </p:nvSpPr>
        <p:spPr>
          <a:xfrm>
            <a:off x="4855388" y="1801825"/>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3</a:t>
            </a:r>
            <a:endParaRPr sz="1500"/>
          </a:p>
        </p:txBody>
      </p:sp>
      <p:sp>
        <p:nvSpPr>
          <p:cNvPr id="1485" name="Google Shape;1485;p84"/>
          <p:cNvSpPr txBox="1"/>
          <p:nvPr>
            <p:ph idx="5" type="title"/>
          </p:nvPr>
        </p:nvSpPr>
        <p:spPr>
          <a:xfrm>
            <a:off x="2936525" y="1801825"/>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2</a:t>
            </a:r>
            <a:endParaRPr sz="1500"/>
          </a:p>
        </p:txBody>
      </p:sp>
      <p:sp>
        <p:nvSpPr>
          <p:cNvPr id="1486" name="Google Shape;1486;p84"/>
          <p:cNvSpPr txBox="1"/>
          <p:nvPr>
            <p:ph type="title"/>
          </p:nvPr>
        </p:nvSpPr>
        <p:spPr>
          <a:xfrm>
            <a:off x="1040700" y="1801825"/>
            <a:ext cx="436200" cy="426300"/>
          </a:xfrm>
          <a:prstGeom prst="rect">
            <a:avLst/>
          </a:prstGeom>
        </p:spPr>
        <p:txBody>
          <a:bodyPr anchorCtr="0" anchor="ctr" bIns="0" lIns="91425" spcFirstLastPara="1" rIns="91425" wrap="square" tIns="0">
            <a:noAutofit/>
          </a:bodyPr>
          <a:lstStyle/>
          <a:p>
            <a:pPr indent="0" lvl="0" marL="0" rtl="0" algn="ctr">
              <a:lnSpc>
                <a:spcPct val="90000"/>
              </a:lnSpc>
              <a:spcBef>
                <a:spcPts val="0"/>
              </a:spcBef>
              <a:spcAft>
                <a:spcPts val="0"/>
              </a:spcAft>
              <a:buSzPts val="1200"/>
              <a:buNone/>
            </a:pPr>
            <a:r>
              <a:rPr lang="en" sz="1500"/>
              <a:t>1</a:t>
            </a:r>
            <a:endParaRPr sz="1500"/>
          </a:p>
        </p:txBody>
      </p:sp>
      <p:sp>
        <p:nvSpPr>
          <p:cNvPr id="1487" name="Google Shape;1487;p84"/>
          <p:cNvSpPr txBox="1"/>
          <p:nvPr>
            <p:ph idx="1" type="subTitle"/>
          </p:nvPr>
        </p:nvSpPr>
        <p:spPr>
          <a:xfrm>
            <a:off x="1041050" y="334925"/>
            <a:ext cx="5726100" cy="329700"/>
          </a:xfrm>
          <a:prstGeom prst="rect">
            <a:avLst/>
          </a:prstGeom>
        </p:spPr>
        <p:txBody>
          <a:bodyPr anchorCtr="0" anchor="ctr" bIns="0" lIns="274300" spcFirstLastPara="1" rIns="91425" wrap="square" tIns="91425">
            <a:normAutofit/>
          </a:bodyPr>
          <a:lstStyle/>
          <a:p>
            <a:pPr indent="0" lvl="0" marL="0" rtl="0" algn="l">
              <a:lnSpc>
                <a:spcPct val="115000"/>
              </a:lnSpc>
              <a:spcBef>
                <a:spcPts val="0"/>
              </a:spcBef>
              <a:spcAft>
                <a:spcPts val="0"/>
              </a:spcAft>
              <a:buSzPts val="1000"/>
              <a:buNone/>
            </a:pPr>
            <a:r>
              <a:rPr lang="en"/>
              <a:t>House Unaffordability &amp; Displacement Risk </a:t>
            </a:r>
            <a:endParaRPr/>
          </a:p>
        </p:txBody>
      </p:sp>
      <p:sp>
        <p:nvSpPr>
          <p:cNvPr id="1488" name="Google Shape;1488;p84"/>
          <p:cNvSpPr txBox="1"/>
          <p:nvPr>
            <p:ph idx="7" type="title"/>
          </p:nvPr>
        </p:nvSpPr>
        <p:spPr>
          <a:xfrm flipH="1">
            <a:off x="1046200" y="772500"/>
            <a:ext cx="5726100" cy="651000"/>
          </a:xfrm>
          <a:prstGeom prst="rect">
            <a:avLst/>
          </a:prstGeom>
        </p:spPr>
        <p:txBody>
          <a:bodyPr anchorCtr="0" anchor="t" bIns="91425" lIns="274300" spcFirstLastPara="1" rIns="91425" wrap="square" tIns="91425">
            <a:normAutofit fontScale="90000"/>
          </a:bodyPr>
          <a:lstStyle/>
          <a:p>
            <a:pPr indent="0" lvl="0" marL="0" rtl="0" algn="l">
              <a:lnSpc>
                <a:spcPct val="80000"/>
              </a:lnSpc>
              <a:spcBef>
                <a:spcPts val="0"/>
              </a:spcBef>
              <a:spcAft>
                <a:spcPts val="0"/>
              </a:spcAft>
              <a:buSzPct val="100000"/>
              <a:buNone/>
            </a:pPr>
            <a:r>
              <a:rPr lang="en"/>
              <a:t>Topic Discussion</a:t>
            </a:r>
            <a:endParaRPr/>
          </a:p>
        </p:txBody>
      </p:sp>
      <p:sp>
        <p:nvSpPr>
          <p:cNvPr id="1489" name="Google Shape;1489;p84"/>
          <p:cNvSpPr txBox="1"/>
          <p:nvPr>
            <p:ph idx="8" type="subTitle"/>
          </p:nvPr>
        </p:nvSpPr>
        <p:spPr>
          <a:xfrm>
            <a:off x="1016200" y="2922475"/>
            <a:ext cx="1910700" cy="1313700"/>
          </a:xfrm>
          <a:prstGeom prst="rect">
            <a:avLst/>
          </a:prstGeom>
        </p:spPr>
        <p:txBody>
          <a:bodyPr anchorCtr="0" anchor="t" bIns="0" lIns="274300" spcFirstLastPara="1" rIns="91425" wrap="square" tIns="0">
            <a:noAutofit/>
          </a:bodyPr>
          <a:lstStyle/>
          <a:p>
            <a:pPr indent="0" lvl="0" marL="0" rtl="0" algn="l">
              <a:spcBef>
                <a:spcPts val="0"/>
              </a:spcBef>
              <a:spcAft>
                <a:spcPts val="0"/>
              </a:spcAft>
              <a:buSzPts val="1800"/>
              <a:buNone/>
            </a:pPr>
            <a:r>
              <a:rPr lang="en" sz="1500"/>
              <a:t>Rising Housing Costs in Charlotte / Difficulty of Homeownership</a:t>
            </a:r>
            <a:endParaRPr sz="1500"/>
          </a:p>
          <a:p>
            <a:pPr indent="0" lvl="0" marL="0" rtl="0" algn="l">
              <a:lnSpc>
                <a:spcPct val="115000"/>
              </a:lnSpc>
              <a:spcBef>
                <a:spcPts val="0"/>
              </a:spcBef>
              <a:spcAft>
                <a:spcPts val="0"/>
              </a:spcAft>
              <a:buSzPts val="1800"/>
              <a:buNone/>
            </a:pPr>
            <a:r>
              <a:t/>
            </a:r>
            <a:endParaRPr/>
          </a:p>
        </p:txBody>
      </p:sp>
      <p:sp>
        <p:nvSpPr>
          <p:cNvPr id="1490" name="Google Shape;1490;p84"/>
          <p:cNvSpPr txBox="1"/>
          <p:nvPr>
            <p:ph idx="13" type="subTitle"/>
          </p:nvPr>
        </p:nvSpPr>
        <p:spPr>
          <a:xfrm>
            <a:off x="2949013" y="2961125"/>
            <a:ext cx="1910700" cy="13137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lang="en" sz="1500"/>
              <a:t>Concern about displacement in vulnerable neighborhoods</a:t>
            </a:r>
            <a:endParaRPr sz="1500"/>
          </a:p>
        </p:txBody>
      </p:sp>
      <p:sp>
        <p:nvSpPr>
          <p:cNvPr id="1491" name="Google Shape;1491;p84"/>
          <p:cNvSpPr txBox="1"/>
          <p:nvPr>
            <p:ph idx="14" type="subTitle"/>
          </p:nvPr>
        </p:nvSpPr>
        <p:spPr>
          <a:xfrm>
            <a:off x="4831938" y="2922475"/>
            <a:ext cx="1910700" cy="13137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lang="en" sz="1500"/>
              <a:t>“What factors drive housing burden and displacement risk?”</a:t>
            </a:r>
            <a:endParaRPr sz="1500"/>
          </a:p>
        </p:txBody>
      </p:sp>
      <p:sp>
        <p:nvSpPr>
          <p:cNvPr id="1492" name="Google Shape;1492;p84"/>
          <p:cNvSpPr txBox="1"/>
          <p:nvPr>
            <p:ph idx="15" type="subTitle"/>
          </p:nvPr>
        </p:nvSpPr>
        <p:spPr>
          <a:xfrm>
            <a:off x="6766649" y="2922475"/>
            <a:ext cx="1848900" cy="1313700"/>
          </a:xfrm>
          <a:prstGeom prst="rect">
            <a:avLst/>
          </a:prstGeom>
        </p:spPr>
        <p:txBody>
          <a:bodyPr anchorCtr="0" anchor="t" bIns="0" lIns="274300" spcFirstLastPara="1" rIns="91425" wrap="square" tIns="0">
            <a:noAutofit/>
          </a:bodyPr>
          <a:lstStyle/>
          <a:p>
            <a:pPr indent="0" lvl="0" marL="0" rtl="0" algn="l">
              <a:lnSpc>
                <a:spcPct val="115000"/>
              </a:lnSpc>
              <a:spcBef>
                <a:spcPts val="0"/>
              </a:spcBef>
              <a:spcAft>
                <a:spcPts val="0"/>
              </a:spcAft>
              <a:buSzPts val="1800"/>
              <a:buNone/>
            </a:pPr>
            <a:r>
              <a:rPr lang="en" sz="1500"/>
              <a:t>Impact of historical redlining</a:t>
            </a:r>
            <a:endParaRPr sz="1500"/>
          </a:p>
        </p:txBody>
      </p:sp>
      <p:cxnSp>
        <p:nvCxnSpPr>
          <p:cNvPr id="1493" name="Google Shape;1493;p84"/>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494" name="Google Shape;1494;p84"/>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grpSp>
        <p:nvGrpSpPr>
          <p:cNvPr id="1495" name="Google Shape;1495;p84"/>
          <p:cNvGrpSpPr/>
          <p:nvPr/>
        </p:nvGrpSpPr>
        <p:grpSpPr>
          <a:xfrm rot="5400000">
            <a:off x="595827" y="890398"/>
            <a:ext cx="369896" cy="333900"/>
            <a:chOff x="96076" y="654376"/>
            <a:chExt cx="369896" cy="333900"/>
          </a:xfrm>
        </p:grpSpPr>
        <p:cxnSp>
          <p:nvCxnSpPr>
            <p:cNvPr id="1496" name="Google Shape;1496;p84"/>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1497" name="Google Shape;1497;p8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498" name="Google Shape;1498;p8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499" name="Google Shape;1499;p84"/>
          <p:cNvCxnSpPr>
            <a:stCxn id="1484" idx="1"/>
          </p:cNvCxnSpPr>
          <p:nvPr/>
        </p:nvCxnSpPr>
        <p:spPr>
          <a:xfrm>
            <a:off x="4855388" y="2014975"/>
            <a:ext cx="6600" cy="3128700"/>
          </a:xfrm>
          <a:prstGeom prst="straightConnector1">
            <a:avLst/>
          </a:prstGeom>
          <a:noFill/>
          <a:ln cap="flat" cmpd="sng" w="9525">
            <a:solidFill>
              <a:schemeClr val="accent6"/>
            </a:solidFill>
            <a:prstDash val="solid"/>
            <a:round/>
            <a:headEnd len="sm" w="sm" type="none"/>
            <a:tailEnd len="sm" w="sm" type="none"/>
          </a:ln>
        </p:spPr>
      </p:cxnSp>
      <p:cxnSp>
        <p:nvCxnSpPr>
          <p:cNvPr id="1500" name="Google Shape;1500;p84"/>
          <p:cNvCxnSpPr>
            <a:stCxn id="1485" idx="1"/>
          </p:cNvCxnSpPr>
          <p:nvPr/>
        </p:nvCxnSpPr>
        <p:spPr>
          <a:xfrm>
            <a:off x="2936525" y="2014975"/>
            <a:ext cx="14100" cy="3128700"/>
          </a:xfrm>
          <a:prstGeom prst="straightConnector1">
            <a:avLst/>
          </a:prstGeom>
          <a:noFill/>
          <a:ln cap="flat" cmpd="sng" w="9525">
            <a:solidFill>
              <a:schemeClr val="accent6"/>
            </a:solidFill>
            <a:prstDash val="solid"/>
            <a:round/>
            <a:headEnd len="sm" w="sm" type="none"/>
            <a:tailEnd len="sm" w="sm" type="none"/>
          </a:ln>
        </p:spPr>
      </p:cxnSp>
      <p:cxnSp>
        <p:nvCxnSpPr>
          <p:cNvPr id="1501" name="Google Shape;1501;p84"/>
          <p:cNvCxnSpPr/>
          <p:nvPr/>
        </p:nvCxnSpPr>
        <p:spPr>
          <a:xfrm rot="10800000">
            <a:off x="1075625" y="1802675"/>
            <a:ext cx="7527600" cy="20400"/>
          </a:xfrm>
          <a:prstGeom prst="straightConnector1">
            <a:avLst/>
          </a:prstGeom>
          <a:noFill/>
          <a:ln cap="flat" cmpd="sng" w="9525">
            <a:solidFill>
              <a:schemeClr val="accent6"/>
            </a:solidFill>
            <a:prstDash val="solid"/>
            <a:round/>
            <a:headEnd len="sm" w="sm" type="none"/>
            <a:tailEnd len="sm" w="sm" type="none"/>
          </a:ln>
        </p:spPr>
      </p:cxnSp>
      <p:cxnSp>
        <p:nvCxnSpPr>
          <p:cNvPr id="1502" name="Google Shape;1502;p84"/>
          <p:cNvCxnSpPr/>
          <p:nvPr/>
        </p:nvCxnSpPr>
        <p:spPr>
          <a:xfrm>
            <a:off x="8623975" y="-200"/>
            <a:ext cx="0" cy="5143500"/>
          </a:xfrm>
          <a:prstGeom prst="straightConnector1">
            <a:avLst/>
          </a:prstGeom>
          <a:noFill/>
          <a:ln cap="flat" cmpd="sng" w="9525">
            <a:solidFill>
              <a:schemeClr val="accent6"/>
            </a:solidFill>
            <a:prstDash val="solid"/>
            <a:round/>
            <a:headEnd len="sm" w="sm" type="none"/>
            <a:tailEnd len="sm" w="sm" type="none"/>
          </a:ln>
        </p:spPr>
      </p:cxnSp>
      <p:cxnSp>
        <p:nvCxnSpPr>
          <p:cNvPr id="1503" name="Google Shape;1503;p84"/>
          <p:cNvCxnSpPr>
            <a:stCxn id="1483" idx="1"/>
          </p:cNvCxnSpPr>
          <p:nvPr/>
        </p:nvCxnSpPr>
        <p:spPr>
          <a:xfrm>
            <a:off x="6739688" y="2014975"/>
            <a:ext cx="31800" cy="3128700"/>
          </a:xfrm>
          <a:prstGeom prst="straightConnector1">
            <a:avLst/>
          </a:prstGeom>
          <a:noFill/>
          <a:ln cap="flat" cmpd="sng" w="9525">
            <a:solidFill>
              <a:schemeClr val="accent6"/>
            </a:solidFill>
            <a:prstDash val="solid"/>
            <a:round/>
            <a:headEnd len="sm" w="sm" type="none"/>
            <a:tailEnd len="sm" w="sm" type="none"/>
          </a:ln>
        </p:spPr>
      </p:cxnSp>
      <p:cxnSp>
        <p:nvCxnSpPr>
          <p:cNvPr id="1504" name="Google Shape;1504;p84"/>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505" name="Google Shape;1505;p84"/>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
        <p:nvSpPr>
          <p:cNvPr id="1506" name="Google Shape;1506;p84"/>
          <p:cNvSpPr txBox="1"/>
          <p:nvPr>
            <p:ph idx="2"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507" name="Google Shape;1507;p84"/>
          <p:cNvSpPr txBox="1"/>
          <p:nvPr>
            <p:ph idx="6"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2026</a:t>
            </a:r>
            <a:endParaRPr/>
          </a:p>
        </p:txBody>
      </p:sp>
      <p:sp>
        <p:nvSpPr>
          <p:cNvPr id="1508" name="Google Shape;1508;p8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85"/>
          <p:cNvSpPr/>
          <p:nvPr/>
        </p:nvSpPr>
        <p:spPr>
          <a:xfrm flipH="1">
            <a:off x="524200" y="1312550"/>
            <a:ext cx="2643000" cy="2060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1514" name="Google Shape;1514;p85"/>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cxnSp>
        <p:nvCxnSpPr>
          <p:cNvPr id="1515" name="Google Shape;1515;p85"/>
          <p:cNvCxnSpPr/>
          <p:nvPr/>
        </p:nvCxnSpPr>
        <p:spPr>
          <a:xfrm rot="10800000">
            <a:off x="519675" y="4616750"/>
            <a:ext cx="8101800" cy="0"/>
          </a:xfrm>
          <a:prstGeom prst="straightConnector1">
            <a:avLst/>
          </a:prstGeom>
          <a:noFill/>
          <a:ln cap="flat" cmpd="sng" w="9525">
            <a:solidFill>
              <a:schemeClr val="lt1"/>
            </a:solidFill>
            <a:prstDash val="solid"/>
            <a:round/>
            <a:headEnd len="sm" w="sm" type="none"/>
            <a:tailEnd len="sm" w="sm" type="none"/>
          </a:ln>
        </p:spPr>
      </p:cxnSp>
      <p:cxnSp>
        <p:nvCxnSpPr>
          <p:cNvPr id="1516" name="Google Shape;1516;p85"/>
          <p:cNvCxnSpPr/>
          <p:nvPr/>
        </p:nvCxnSpPr>
        <p:spPr>
          <a:xfrm rot="10800000">
            <a:off x="520900" y="3370950"/>
            <a:ext cx="8101800" cy="0"/>
          </a:xfrm>
          <a:prstGeom prst="straightConnector1">
            <a:avLst/>
          </a:prstGeom>
          <a:noFill/>
          <a:ln cap="flat" cmpd="sng" w="9525">
            <a:solidFill>
              <a:schemeClr val="lt1"/>
            </a:solidFill>
            <a:prstDash val="solid"/>
            <a:round/>
            <a:headEnd len="sm" w="sm" type="none"/>
            <a:tailEnd len="sm" w="sm" type="none"/>
          </a:ln>
        </p:spPr>
      </p:cxnSp>
      <p:cxnSp>
        <p:nvCxnSpPr>
          <p:cNvPr id="1517" name="Google Shape;1517;p85"/>
          <p:cNvCxnSpPr/>
          <p:nvPr/>
        </p:nvCxnSpPr>
        <p:spPr>
          <a:xfrm>
            <a:off x="5814625" y="1307575"/>
            <a:ext cx="0" cy="2060700"/>
          </a:xfrm>
          <a:prstGeom prst="straightConnector1">
            <a:avLst/>
          </a:prstGeom>
          <a:noFill/>
          <a:ln cap="flat" cmpd="sng" w="9525">
            <a:solidFill>
              <a:schemeClr val="lt1"/>
            </a:solidFill>
            <a:prstDash val="solid"/>
            <a:round/>
            <a:headEnd len="sm" w="sm" type="none"/>
            <a:tailEnd len="sm" w="sm" type="none"/>
          </a:ln>
        </p:spPr>
      </p:cxnSp>
      <p:sp>
        <p:nvSpPr>
          <p:cNvPr id="1518" name="Google Shape;1518;p85"/>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2026</a:t>
            </a:r>
            <a:endParaRPr/>
          </a:p>
        </p:txBody>
      </p:sp>
      <p:sp>
        <p:nvSpPr>
          <p:cNvPr id="1519" name="Google Shape;1519;p85"/>
          <p:cNvSpPr txBox="1"/>
          <p:nvPr>
            <p:ph type="title"/>
          </p:nvPr>
        </p:nvSpPr>
        <p:spPr>
          <a:xfrm>
            <a:off x="520900" y="1748175"/>
            <a:ext cx="2377800" cy="926100"/>
          </a:xfrm>
          <a:prstGeom prst="rect">
            <a:avLst/>
          </a:prstGeom>
        </p:spPr>
        <p:txBody>
          <a:bodyPr anchorCtr="0" anchor="ctr" bIns="91425" lIns="228600" spcFirstLastPara="1" rIns="182875" wrap="square" tIns="91425">
            <a:noAutofit/>
          </a:bodyPr>
          <a:lstStyle/>
          <a:p>
            <a:pPr indent="0" lvl="0" marL="0" rtl="0" algn="l">
              <a:lnSpc>
                <a:spcPct val="90000"/>
              </a:lnSpc>
              <a:spcBef>
                <a:spcPts val="0"/>
              </a:spcBef>
              <a:spcAft>
                <a:spcPts val="0"/>
              </a:spcAft>
              <a:buSzPts val="5500"/>
              <a:buNone/>
            </a:pPr>
            <a:r>
              <a:rPr lang="en"/>
              <a:t>0.83</a:t>
            </a:r>
            <a:endParaRPr/>
          </a:p>
        </p:txBody>
      </p:sp>
      <p:sp>
        <p:nvSpPr>
          <p:cNvPr id="1520" name="Google Shape;1520;p85"/>
          <p:cNvSpPr txBox="1"/>
          <p:nvPr>
            <p:ph idx="4" type="title"/>
          </p:nvPr>
        </p:nvSpPr>
        <p:spPr>
          <a:xfrm>
            <a:off x="520900" y="1388975"/>
            <a:ext cx="2377800" cy="359400"/>
          </a:xfrm>
          <a:prstGeom prst="rect">
            <a:avLst/>
          </a:prstGeom>
        </p:spPr>
        <p:txBody>
          <a:bodyPr anchorCtr="0" anchor="b" bIns="91425" lIns="228600" spcFirstLastPara="1" rIns="91425" wrap="square" tIns="91425">
            <a:noAutofit/>
          </a:bodyPr>
          <a:lstStyle/>
          <a:p>
            <a:pPr indent="0" lvl="0" marL="0" rtl="0" algn="l">
              <a:lnSpc>
                <a:spcPct val="90000"/>
              </a:lnSpc>
              <a:spcBef>
                <a:spcPts val="0"/>
              </a:spcBef>
              <a:spcAft>
                <a:spcPts val="0"/>
              </a:spcAft>
              <a:buSzPts val="1000"/>
              <a:buNone/>
            </a:pPr>
            <a:r>
              <a:rPr lang="en"/>
              <a:t>GAM </a:t>
            </a:r>
            <a:r>
              <a:rPr lang="en" sz="1100">
                <a:solidFill>
                  <a:srgbClr val="000000"/>
                </a:solidFill>
                <a:latin typeface="Times New Roman"/>
                <a:ea typeface="Times New Roman"/>
                <a:cs typeface="Times New Roman"/>
                <a:sym typeface="Times New Roman"/>
              </a:rPr>
              <a:t>R²</a:t>
            </a:r>
            <a:r>
              <a:rPr lang="en"/>
              <a:t> is about</a:t>
            </a:r>
            <a:endParaRPr/>
          </a:p>
        </p:txBody>
      </p:sp>
      <p:sp>
        <p:nvSpPr>
          <p:cNvPr id="1521" name="Google Shape;1521;p85"/>
          <p:cNvSpPr txBox="1"/>
          <p:nvPr>
            <p:ph idx="5" type="title"/>
          </p:nvPr>
        </p:nvSpPr>
        <p:spPr>
          <a:xfrm>
            <a:off x="3167188" y="1748175"/>
            <a:ext cx="2377800" cy="926100"/>
          </a:xfrm>
          <a:prstGeom prst="rect">
            <a:avLst/>
          </a:prstGeom>
        </p:spPr>
        <p:txBody>
          <a:bodyPr anchorCtr="0" anchor="ctr" bIns="91425" lIns="228600" spcFirstLastPara="1" rIns="182875" wrap="square" tIns="91425">
            <a:noAutofit/>
          </a:bodyPr>
          <a:lstStyle/>
          <a:p>
            <a:pPr indent="0" lvl="0" marL="0" rtl="0" algn="l">
              <a:lnSpc>
                <a:spcPct val="90000"/>
              </a:lnSpc>
              <a:spcBef>
                <a:spcPts val="0"/>
              </a:spcBef>
              <a:spcAft>
                <a:spcPts val="0"/>
              </a:spcAft>
              <a:buSzPts val="5500"/>
              <a:buNone/>
            </a:pPr>
            <a:r>
              <a:rPr lang="en"/>
              <a:t>0.83</a:t>
            </a:r>
            <a:endParaRPr/>
          </a:p>
        </p:txBody>
      </p:sp>
      <p:sp>
        <p:nvSpPr>
          <p:cNvPr id="1522" name="Google Shape;1522;p85"/>
          <p:cNvSpPr txBox="1"/>
          <p:nvPr>
            <p:ph idx="8" type="title"/>
          </p:nvPr>
        </p:nvSpPr>
        <p:spPr>
          <a:xfrm>
            <a:off x="3167188" y="1388975"/>
            <a:ext cx="2377800" cy="359400"/>
          </a:xfrm>
          <a:prstGeom prst="rect">
            <a:avLst/>
          </a:prstGeom>
        </p:spPr>
        <p:txBody>
          <a:bodyPr anchorCtr="0" anchor="b" bIns="91425" lIns="228600" spcFirstLastPara="1" rIns="91425" wrap="square" tIns="91425">
            <a:noAutofit/>
          </a:bodyPr>
          <a:lstStyle/>
          <a:p>
            <a:pPr indent="0" lvl="0" marL="0" rtl="0" algn="l">
              <a:lnSpc>
                <a:spcPct val="90000"/>
              </a:lnSpc>
              <a:spcBef>
                <a:spcPts val="0"/>
              </a:spcBef>
              <a:spcAft>
                <a:spcPts val="0"/>
              </a:spcAft>
              <a:buSzPts val="1000"/>
              <a:buNone/>
            </a:pPr>
            <a:r>
              <a:rPr lang="en"/>
              <a:t>XGBoost recall is about</a:t>
            </a:r>
            <a:endParaRPr/>
          </a:p>
        </p:txBody>
      </p:sp>
      <p:sp>
        <p:nvSpPr>
          <p:cNvPr id="1523" name="Google Shape;1523;p85"/>
          <p:cNvSpPr txBox="1"/>
          <p:nvPr>
            <p:ph idx="13" type="title"/>
          </p:nvPr>
        </p:nvSpPr>
        <p:spPr>
          <a:xfrm flipH="1">
            <a:off x="524150" y="658975"/>
            <a:ext cx="8098500" cy="648600"/>
          </a:xfrm>
          <a:prstGeom prst="rect">
            <a:avLst/>
          </a:prstGeom>
        </p:spPr>
        <p:txBody>
          <a:bodyPr anchorCtr="0" anchor="ctr" bIns="91425" lIns="274300" spcFirstLastPara="1" rIns="91425" wrap="square" tIns="91425">
            <a:normAutofit/>
          </a:bodyPr>
          <a:lstStyle/>
          <a:p>
            <a:pPr indent="0" lvl="0" marL="0" rtl="0" algn="l">
              <a:lnSpc>
                <a:spcPct val="100000"/>
              </a:lnSpc>
              <a:spcBef>
                <a:spcPts val="0"/>
              </a:spcBef>
              <a:spcAft>
                <a:spcPts val="0"/>
              </a:spcAft>
              <a:buSzPts val="2400"/>
              <a:buNone/>
            </a:pPr>
            <a:r>
              <a:rPr lang="en"/>
              <a:t>Key Findings</a:t>
            </a:r>
            <a:endParaRPr/>
          </a:p>
        </p:txBody>
      </p:sp>
      <p:sp>
        <p:nvSpPr>
          <p:cNvPr id="1524" name="Google Shape;1524;p85"/>
          <p:cNvSpPr txBox="1"/>
          <p:nvPr>
            <p:ph idx="14" type="subTitle"/>
          </p:nvPr>
        </p:nvSpPr>
        <p:spPr>
          <a:xfrm>
            <a:off x="523850" y="334925"/>
            <a:ext cx="8099100" cy="324000"/>
          </a:xfrm>
          <a:prstGeom prst="rect">
            <a:avLst/>
          </a:prstGeom>
        </p:spPr>
        <p:txBody>
          <a:bodyPr anchorCtr="0" anchor="ctr" bIns="0" lIns="274300" spcFirstLastPara="1" rIns="91425" wrap="square" tIns="91425">
            <a:normAutofit/>
          </a:bodyPr>
          <a:lstStyle/>
          <a:p>
            <a:pPr indent="0" lvl="0" marL="0" rtl="0" algn="l">
              <a:lnSpc>
                <a:spcPct val="115000"/>
              </a:lnSpc>
              <a:spcBef>
                <a:spcPts val="0"/>
              </a:spcBef>
              <a:spcAft>
                <a:spcPts val="0"/>
              </a:spcAft>
              <a:buSzPts val="1000"/>
              <a:buNone/>
            </a:pPr>
            <a:r>
              <a:rPr lang="en"/>
              <a:t>House Unaffordability &amp; Displacement Risk </a:t>
            </a:r>
            <a:endParaRPr/>
          </a:p>
        </p:txBody>
      </p:sp>
      <p:sp>
        <p:nvSpPr>
          <p:cNvPr id="1525" name="Google Shape;1525;p85"/>
          <p:cNvSpPr txBox="1"/>
          <p:nvPr>
            <p:ph idx="17" type="title"/>
          </p:nvPr>
        </p:nvSpPr>
        <p:spPr>
          <a:xfrm>
            <a:off x="837650" y="3763525"/>
            <a:ext cx="7785300" cy="404700"/>
          </a:xfrm>
          <a:prstGeom prst="rect">
            <a:avLst/>
          </a:prstGeom>
        </p:spPr>
        <p:txBody>
          <a:bodyPr anchorCtr="0" anchor="ctr" bIns="0" lIns="182875" spcFirstLastPara="1" rIns="182875" wrap="square" tIns="0">
            <a:noAutofit/>
          </a:bodyPr>
          <a:lstStyle/>
          <a:p>
            <a:pPr indent="0" lvl="0" marL="0" rtl="0" algn="l">
              <a:lnSpc>
                <a:spcPct val="90000"/>
              </a:lnSpc>
              <a:spcBef>
                <a:spcPts val="0"/>
              </a:spcBef>
              <a:spcAft>
                <a:spcPts val="0"/>
              </a:spcAft>
              <a:buSzPts val="1000"/>
              <a:buNone/>
            </a:pPr>
            <a:r>
              <a:rPr lang="en" sz="1300">
                <a:latin typeface="Gowun Batang"/>
                <a:ea typeface="Gowun Batang"/>
                <a:cs typeface="Gowun Batang"/>
                <a:sym typeface="Gowun Batang"/>
              </a:rPr>
              <a:t>The key findings showed strong link between socioeconomic factors and outcomes. The patterns linked to historical inequality were still visible modern-day. </a:t>
            </a:r>
            <a:endParaRPr sz="1300">
              <a:latin typeface="Gowun Batang"/>
              <a:ea typeface="Gowun Batang"/>
              <a:cs typeface="Gowun Batang"/>
              <a:sym typeface="Gowun Batang"/>
            </a:endParaRPr>
          </a:p>
        </p:txBody>
      </p:sp>
      <p:sp>
        <p:nvSpPr>
          <p:cNvPr id="1526" name="Google Shape;1526;p85"/>
          <p:cNvSpPr txBox="1"/>
          <p:nvPr>
            <p:ph idx="9" type="subTitle"/>
          </p:nvPr>
        </p:nvSpPr>
        <p:spPr>
          <a:xfrm>
            <a:off x="40911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
        <p:nvSpPr>
          <p:cNvPr id="1527" name="Google Shape;1527;p85"/>
          <p:cNvSpPr txBox="1"/>
          <p:nvPr>
            <p:ph idx="7" type="subTitle"/>
          </p:nvPr>
        </p:nvSpPr>
        <p:spPr>
          <a:xfrm>
            <a:off x="519675" y="43650"/>
            <a:ext cx="4735200" cy="369900"/>
          </a:xfrm>
          <a:prstGeom prst="rect">
            <a:avLst/>
          </a:prstGeom>
        </p:spPr>
        <p:txBody>
          <a:bodyPr anchorCtr="0" anchor="t" bIns="0" lIns="228600" spcFirstLastPara="1" rIns="91425" wrap="square" tIns="0">
            <a:normAutofit/>
          </a:bodyPr>
          <a:lstStyle/>
          <a:p>
            <a:pPr indent="0" lvl="0" marL="0" rtl="0" algn="l">
              <a:lnSpc>
                <a:spcPct val="115000"/>
              </a:lnSpc>
              <a:spcBef>
                <a:spcPts val="0"/>
              </a:spcBef>
              <a:spcAft>
                <a:spcPts val="0"/>
              </a:spcAft>
              <a:buSzPts val="800"/>
              <a:buNone/>
            </a:pPr>
            <a:r>
              <a:rPr lang="en">
                <a:solidFill>
                  <a:schemeClr val="lt1"/>
                </a:solidFill>
              </a:rPr>
              <a:t>Ayia Boutanassa, Brady Dunn, Bryce Jackson, Eric Testen, Garrison High</a:t>
            </a:r>
            <a:endParaRPr>
              <a:solidFill>
                <a:schemeClr val="lt1"/>
              </a:solidFill>
            </a:endParaRPr>
          </a:p>
        </p:txBody>
      </p:sp>
      <p:sp>
        <p:nvSpPr>
          <p:cNvPr id="1528" name="Google Shape;1528;p85"/>
          <p:cNvSpPr/>
          <p:nvPr/>
        </p:nvSpPr>
        <p:spPr>
          <a:xfrm flipH="1">
            <a:off x="5813500" y="1310238"/>
            <a:ext cx="2643000" cy="2060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529" name="Google Shape;1529;p85"/>
          <p:cNvSpPr txBox="1"/>
          <p:nvPr>
            <p:ph idx="4" type="title"/>
          </p:nvPr>
        </p:nvSpPr>
        <p:spPr>
          <a:xfrm>
            <a:off x="5813500" y="1388963"/>
            <a:ext cx="2377800" cy="359400"/>
          </a:xfrm>
          <a:prstGeom prst="rect">
            <a:avLst/>
          </a:prstGeom>
        </p:spPr>
        <p:txBody>
          <a:bodyPr anchorCtr="0" anchor="b" bIns="91425" lIns="228600" spcFirstLastPara="1" rIns="91425" wrap="square" tIns="91425">
            <a:noAutofit/>
          </a:bodyPr>
          <a:lstStyle/>
          <a:p>
            <a:pPr indent="0" lvl="0" marL="0" rtl="0" algn="l">
              <a:lnSpc>
                <a:spcPct val="90000"/>
              </a:lnSpc>
              <a:spcBef>
                <a:spcPts val="0"/>
              </a:spcBef>
              <a:spcAft>
                <a:spcPts val="0"/>
              </a:spcAft>
              <a:buSzPts val="1000"/>
              <a:buNone/>
            </a:pPr>
            <a:r>
              <a:rPr lang="en"/>
              <a:t>Average precision is about</a:t>
            </a:r>
            <a:endParaRPr/>
          </a:p>
        </p:txBody>
      </p:sp>
      <p:sp>
        <p:nvSpPr>
          <p:cNvPr id="1530" name="Google Shape;1530;p85"/>
          <p:cNvSpPr txBox="1"/>
          <p:nvPr>
            <p:ph type="title"/>
          </p:nvPr>
        </p:nvSpPr>
        <p:spPr>
          <a:xfrm>
            <a:off x="5813500" y="1764038"/>
            <a:ext cx="2377800" cy="926100"/>
          </a:xfrm>
          <a:prstGeom prst="rect">
            <a:avLst/>
          </a:prstGeom>
        </p:spPr>
        <p:txBody>
          <a:bodyPr anchorCtr="0" anchor="ctr" bIns="91425" lIns="228600" spcFirstLastPara="1" rIns="182875" wrap="square" tIns="91425">
            <a:noAutofit/>
          </a:bodyPr>
          <a:lstStyle/>
          <a:p>
            <a:pPr indent="0" lvl="0" marL="0" rtl="0" algn="l">
              <a:lnSpc>
                <a:spcPct val="90000"/>
              </a:lnSpc>
              <a:spcBef>
                <a:spcPts val="0"/>
              </a:spcBef>
              <a:spcAft>
                <a:spcPts val="0"/>
              </a:spcAft>
              <a:buSzPts val="5500"/>
              <a:buNone/>
            </a:pPr>
            <a:r>
              <a:rPr lang="en"/>
              <a:t>0.88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86"/>
          <p:cNvSpPr txBox="1"/>
          <p:nvPr>
            <p:ph idx="1" type="body"/>
          </p:nvPr>
        </p:nvSpPr>
        <p:spPr>
          <a:xfrm>
            <a:off x="1060625" y="1217450"/>
            <a:ext cx="8083500" cy="678000"/>
          </a:xfrm>
          <a:prstGeom prst="rect">
            <a:avLst/>
          </a:prstGeom>
          <a:solidFill>
            <a:schemeClr val="dk1"/>
          </a:solidFill>
        </p:spPr>
        <p:txBody>
          <a:bodyPr anchorCtr="0" anchor="t" bIns="91425" lIns="274300" spcFirstLastPara="1" rIns="91425" wrap="square" tIns="274300">
            <a:normAutofit/>
          </a:bodyPr>
          <a:lstStyle/>
          <a:p>
            <a:pPr indent="0" lvl="0" marL="0" rtl="0" algn="ctr">
              <a:lnSpc>
                <a:spcPct val="90000"/>
              </a:lnSpc>
              <a:spcBef>
                <a:spcPts val="0"/>
              </a:spcBef>
              <a:spcAft>
                <a:spcPts val="0"/>
              </a:spcAft>
              <a:buNone/>
            </a:pPr>
            <a:r>
              <a:rPr lang="en" sz="1200">
                <a:solidFill>
                  <a:schemeClr val="lt1"/>
                </a:solidFill>
                <a:latin typeface="Gowun Batang"/>
                <a:ea typeface="Gowun Batang"/>
                <a:cs typeface="Gowun Batang"/>
                <a:sym typeface="Gowun Batang"/>
              </a:rPr>
              <a:t>The goal of the regression model is to predict the housing cost burden variable. </a:t>
            </a:r>
            <a:endParaRPr>
              <a:solidFill>
                <a:schemeClr val="lt1"/>
              </a:solidFill>
              <a:latin typeface="Gowun Batang"/>
              <a:ea typeface="Gowun Batang"/>
              <a:cs typeface="Gowun Batang"/>
              <a:sym typeface="Gowun Batang"/>
            </a:endParaRPr>
          </a:p>
        </p:txBody>
      </p:sp>
      <p:sp>
        <p:nvSpPr>
          <p:cNvPr id="1536" name="Google Shape;1536;p86"/>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lang="en"/>
              <a:t>Regression Model Overview</a:t>
            </a:r>
            <a:endParaRPr/>
          </a:p>
        </p:txBody>
      </p:sp>
      <p:sp>
        <p:nvSpPr>
          <p:cNvPr id="1537" name="Google Shape;1537;p86"/>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spcBef>
                <a:spcPts val="0"/>
              </a:spcBef>
              <a:spcAft>
                <a:spcPts val="0"/>
              </a:spcAft>
              <a:buNone/>
            </a:pPr>
            <a:r>
              <a:rPr lang="en"/>
              <a:t>2026</a:t>
            </a:r>
            <a:endParaRPr/>
          </a:p>
        </p:txBody>
      </p:sp>
      <p:sp>
        <p:nvSpPr>
          <p:cNvPr id="1538" name="Google Shape;1538;p86"/>
          <p:cNvSpPr txBox="1"/>
          <p:nvPr>
            <p:ph idx="1" type="body"/>
          </p:nvPr>
        </p:nvSpPr>
        <p:spPr>
          <a:xfrm>
            <a:off x="1060625" y="1895475"/>
            <a:ext cx="4029600" cy="2426700"/>
          </a:xfrm>
          <a:prstGeom prst="rect">
            <a:avLst/>
          </a:prstGeom>
          <a:solidFill>
            <a:schemeClr val="lt1"/>
          </a:solidFill>
          <a:ln cap="flat" cmpd="sng" w="9525">
            <a:solidFill>
              <a:schemeClr val="accent6"/>
            </a:solidFill>
            <a:prstDash val="solid"/>
            <a:round/>
            <a:headEnd len="sm" w="sm" type="none"/>
            <a:tailEnd len="sm" w="sm" type="none"/>
          </a:ln>
        </p:spPr>
        <p:txBody>
          <a:bodyPr anchorCtr="0" anchor="t" bIns="91425" lIns="274300" spcFirstLastPara="1" rIns="91425" wrap="square" tIns="274300">
            <a:normAutofit fontScale="92500" lnSpcReduction="20000"/>
          </a:bodyPr>
          <a:lstStyle/>
          <a:p>
            <a:pPr indent="0" lvl="0" marL="0" rtl="0" algn="l">
              <a:lnSpc>
                <a:spcPct val="200000"/>
              </a:lnSpc>
              <a:spcBef>
                <a:spcPts val="0"/>
              </a:spcBef>
              <a:spcAft>
                <a:spcPts val="0"/>
              </a:spcAft>
              <a:buNone/>
            </a:pPr>
            <a:r>
              <a:rPr lang="en" sz="1200"/>
              <a:t>The models trained and built when reaching the optimal model were:</a:t>
            </a:r>
            <a:endParaRPr sz="1200"/>
          </a:p>
          <a:p>
            <a:pPr indent="0" lvl="0" marL="0" rtl="0" algn="l">
              <a:lnSpc>
                <a:spcPct val="200000"/>
              </a:lnSpc>
              <a:spcBef>
                <a:spcPts val="0"/>
              </a:spcBef>
              <a:spcAft>
                <a:spcPts val="0"/>
              </a:spcAft>
              <a:buNone/>
            </a:pPr>
            <a:r>
              <a:t/>
            </a:r>
            <a:endParaRPr sz="1200"/>
          </a:p>
          <a:p>
            <a:pPr indent="-299085" lvl="0" marL="457200" rtl="0" algn="l">
              <a:lnSpc>
                <a:spcPct val="200000"/>
              </a:lnSpc>
              <a:spcBef>
                <a:spcPts val="0"/>
              </a:spcBef>
              <a:spcAft>
                <a:spcPts val="0"/>
              </a:spcAft>
              <a:buSzPct val="100000"/>
              <a:buChar char="●"/>
            </a:pPr>
            <a:r>
              <a:rPr lang="en" sz="1200"/>
              <a:t>Multiple Linear Regression Model (OLS)</a:t>
            </a:r>
            <a:endParaRPr sz="1200"/>
          </a:p>
          <a:p>
            <a:pPr indent="-299085" lvl="0" marL="457200" rtl="0" algn="l">
              <a:lnSpc>
                <a:spcPct val="200000"/>
              </a:lnSpc>
              <a:spcBef>
                <a:spcPts val="0"/>
              </a:spcBef>
              <a:spcAft>
                <a:spcPts val="0"/>
              </a:spcAft>
              <a:buSzPct val="100000"/>
              <a:buChar char="●"/>
            </a:pPr>
            <a:r>
              <a:rPr lang="en" sz="1200"/>
              <a:t>Polynomial Regression Model</a:t>
            </a:r>
            <a:endParaRPr sz="1200"/>
          </a:p>
          <a:p>
            <a:pPr indent="-299085" lvl="0" marL="457200" rtl="0" algn="l">
              <a:lnSpc>
                <a:spcPct val="200000"/>
              </a:lnSpc>
              <a:spcBef>
                <a:spcPts val="0"/>
              </a:spcBef>
              <a:spcAft>
                <a:spcPts val="0"/>
              </a:spcAft>
              <a:buSzPct val="100000"/>
              <a:buChar char="●"/>
            </a:pPr>
            <a:r>
              <a:rPr lang="en" sz="1200"/>
              <a:t>Generalized Additive Model (GAM)</a:t>
            </a:r>
            <a:endParaRPr sz="1200"/>
          </a:p>
          <a:p>
            <a:pPr indent="0" lvl="0" marL="0" rtl="0" algn="l">
              <a:lnSpc>
                <a:spcPct val="200000"/>
              </a:lnSpc>
              <a:spcBef>
                <a:spcPts val="0"/>
              </a:spcBef>
              <a:spcAft>
                <a:spcPts val="0"/>
              </a:spcAft>
              <a:buNone/>
            </a:pPr>
            <a:r>
              <a:t/>
            </a:r>
            <a:endParaRPr/>
          </a:p>
        </p:txBody>
      </p:sp>
      <p:sp>
        <p:nvSpPr>
          <p:cNvPr id="1539" name="Google Shape;1539;p86"/>
          <p:cNvSpPr txBox="1"/>
          <p:nvPr>
            <p:ph idx="1" type="body"/>
          </p:nvPr>
        </p:nvSpPr>
        <p:spPr>
          <a:xfrm>
            <a:off x="5090225" y="1895475"/>
            <a:ext cx="4029600" cy="2426700"/>
          </a:xfrm>
          <a:prstGeom prst="rect">
            <a:avLst/>
          </a:prstGeom>
          <a:solidFill>
            <a:schemeClr val="lt1"/>
          </a:solidFill>
          <a:ln cap="flat" cmpd="sng" w="9525">
            <a:solidFill>
              <a:schemeClr val="accent6"/>
            </a:solidFill>
            <a:prstDash val="solid"/>
            <a:round/>
            <a:headEnd len="sm" w="sm" type="none"/>
            <a:tailEnd len="sm" w="sm" type="none"/>
          </a:ln>
        </p:spPr>
        <p:txBody>
          <a:bodyPr anchorCtr="0" anchor="t" bIns="91425" lIns="274300" spcFirstLastPara="1" rIns="91425" wrap="square" tIns="274300">
            <a:normAutofit/>
          </a:bodyPr>
          <a:lstStyle/>
          <a:p>
            <a:pPr indent="0" lvl="0" marL="0" rtl="0" algn="l">
              <a:lnSpc>
                <a:spcPct val="200000"/>
              </a:lnSpc>
              <a:spcBef>
                <a:spcPts val="0"/>
              </a:spcBef>
              <a:spcAft>
                <a:spcPts val="0"/>
              </a:spcAft>
              <a:buNone/>
            </a:pPr>
            <a:r>
              <a:rPr lang="en" sz="1100"/>
              <a:t>The dataset for this project used contained of:</a:t>
            </a:r>
            <a:endParaRPr sz="1100"/>
          </a:p>
          <a:p>
            <a:pPr indent="0" lvl="0" marL="0" rtl="0" algn="l">
              <a:lnSpc>
                <a:spcPct val="200000"/>
              </a:lnSpc>
              <a:spcBef>
                <a:spcPts val="0"/>
              </a:spcBef>
              <a:spcAft>
                <a:spcPts val="0"/>
              </a:spcAft>
              <a:buNone/>
            </a:pPr>
            <a:r>
              <a:t/>
            </a:r>
            <a:endParaRPr sz="1100"/>
          </a:p>
          <a:p>
            <a:pPr indent="-298450" lvl="0" marL="457200" rtl="0" algn="l">
              <a:lnSpc>
                <a:spcPct val="200000"/>
              </a:lnSpc>
              <a:spcBef>
                <a:spcPts val="0"/>
              </a:spcBef>
              <a:spcAft>
                <a:spcPts val="0"/>
              </a:spcAft>
              <a:buSzPts val="1100"/>
              <a:buChar char="●"/>
            </a:pPr>
            <a:r>
              <a:rPr lang="en" sz="1100"/>
              <a:t>458 observations</a:t>
            </a:r>
            <a:endParaRPr sz="1100"/>
          </a:p>
          <a:p>
            <a:pPr indent="-298450" lvl="0" marL="457200" rtl="0" algn="l">
              <a:lnSpc>
                <a:spcPct val="200000"/>
              </a:lnSpc>
              <a:spcBef>
                <a:spcPts val="0"/>
              </a:spcBef>
              <a:spcAft>
                <a:spcPts val="0"/>
              </a:spcAft>
              <a:buSzPts val="1100"/>
              <a:buChar char="●"/>
            </a:pPr>
            <a:r>
              <a:rPr lang="en" sz="1100"/>
              <a:t>23 features</a:t>
            </a:r>
            <a:endParaRPr sz="1100"/>
          </a:p>
          <a:p>
            <a:pPr indent="0" lvl="0" marL="0" rtl="0" algn="l">
              <a:spcBef>
                <a:spcPts val="0"/>
              </a:spcBef>
              <a:spcAft>
                <a:spcPts val="0"/>
              </a:spcAft>
              <a:buNone/>
            </a:pPr>
            <a:r>
              <a:t/>
            </a:r>
            <a:endParaRPr/>
          </a:p>
        </p:txBody>
      </p:sp>
      <p:sp>
        <p:nvSpPr>
          <p:cNvPr id="1540" name="Google Shape;1540;p86"/>
          <p:cNvSpPr txBox="1"/>
          <p:nvPr>
            <p:ph idx="1" type="body"/>
          </p:nvPr>
        </p:nvSpPr>
        <p:spPr>
          <a:xfrm>
            <a:off x="1060475" y="4322175"/>
            <a:ext cx="8083500" cy="821400"/>
          </a:xfrm>
          <a:prstGeom prst="rect">
            <a:avLst/>
          </a:prstGeom>
          <a:solidFill>
            <a:schemeClr val="dk1"/>
          </a:solidFill>
        </p:spPr>
        <p:txBody>
          <a:bodyPr anchorCtr="0" anchor="t" bIns="91425" lIns="274300" spcFirstLastPara="1" rIns="91425" wrap="square" tIns="274300">
            <a:normAutofit lnSpcReduction="20000"/>
          </a:bodyPr>
          <a:lstStyle/>
          <a:p>
            <a:pPr indent="0" lvl="0" marL="0" rtl="0" algn="l">
              <a:lnSpc>
                <a:spcPct val="90000"/>
              </a:lnSpc>
              <a:spcBef>
                <a:spcPts val="0"/>
              </a:spcBef>
              <a:spcAft>
                <a:spcPts val="0"/>
              </a:spcAft>
              <a:buNone/>
            </a:pPr>
            <a:r>
              <a:t/>
            </a:r>
            <a:endParaRPr>
              <a:latin typeface="Gowun Batang"/>
              <a:ea typeface="Gowun Batang"/>
              <a:cs typeface="Gowun Batang"/>
              <a:sym typeface="Gowun Batang"/>
            </a:endParaRPr>
          </a:p>
          <a:p>
            <a:pPr indent="0" lvl="0" marL="0" rtl="0" algn="ctr">
              <a:spcBef>
                <a:spcPts val="0"/>
              </a:spcBef>
              <a:spcAft>
                <a:spcPts val="0"/>
              </a:spcAft>
              <a:buNone/>
            </a:pPr>
            <a:r>
              <a:rPr lang="en" sz="1200">
                <a:solidFill>
                  <a:schemeClr val="lt1"/>
                </a:solidFill>
                <a:latin typeface="Gowun Batang"/>
                <a:ea typeface="Gowun Batang"/>
                <a:cs typeface="Gowun Batang"/>
                <a:sym typeface="Gowun Batang"/>
              </a:rPr>
              <a:t>The best model achieved was the 4-feature Generalized Additive Model (GAM) model focusing on non-linear relationships. </a:t>
            </a:r>
            <a:endParaRPr sz="1200">
              <a:solidFill>
                <a:schemeClr val="lt1"/>
              </a:solidFill>
              <a:latin typeface="Gowun Batang"/>
              <a:ea typeface="Gowun Batang"/>
              <a:cs typeface="Gowun Batang"/>
              <a:sym typeface="Gowun Batang"/>
            </a:endParaRPr>
          </a:p>
        </p:txBody>
      </p:sp>
      <p:sp>
        <p:nvSpPr>
          <p:cNvPr id="1541" name="Google Shape;1541;p86"/>
          <p:cNvSpPr txBox="1"/>
          <p:nvPr>
            <p:ph idx="3"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542" name="Google Shape;1542;p86"/>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grpSp>
        <p:nvGrpSpPr>
          <p:cNvPr id="1547" name="Google Shape;1547;p87"/>
          <p:cNvGrpSpPr/>
          <p:nvPr/>
        </p:nvGrpSpPr>
        <p:grpSpPr>
          <a:xfrm rot="5400000">
            <a:off x="593777" y="609198"/>
            <a:ext cx="369896" cy="333900"/>
            <a:chOff x="96076" y="654376"/>
            <a:chExt cx="369896" cy="333900"/>
          </a:xfrm>
        </p:grpSpPr>
        <p:cxnSp>
          <p:nvCxnSpPr>
            <p:cNvPr id="1548" name="Google Shape;1548;p8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549" name="Google Shape;1549;p8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550" name="Google Shape;1550;p8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551" name="Google Shape;1551;p8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552" name="Google Shape;1552;p8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553" name="Google Shape;1553;p87"/>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cxnSp>
        <p:nvCxnSpPr>
          <p:cNvPr id="1554" name="Google Shape;1554;p8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sp>
        <p:nvSpPr>
          <p:cNvPr id="1555" name="Google Shape;1555;p87"/>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2026</a:t>
            </a:r>
            <a:endParaRPr/>
          </a:p>
        </p:txBody>
      </p:sp>
      <p:cxnSp>
        <p:nvCxnSpPr>
          <p:cNvPr id="1556" name="Google Shape;1556;p87"/>
          <p:cNvCxnSpPr/>
          <p:nvPr/>
        </p:nvCxnSpPr>
        <p:spPr>
          <a:xfrm rot="10800000">
            <a:off x="1041549" y="4315600"/>
            <a:ext cx="3977700" cy="0"/>
          </a:xfrm>
          <a:prstGeom prst="straightConnector1">
            <a:avLst/>
          </a:prstGeom>
          <a:noFill/>
          <a:ln cap="flat" cmpd="sng" w="9525">
            <a:solidFill>
              <a:schemeClr val="lt1"/>
            </a:solidFill>
            <a:prstDash val="solid"/>
            <a:round/>
            <a:headEnd len="sm" w="sm" type="none"/>
            <a:tailEnd len="sm" w="sm" type="none"/>
          </a:ln>
        </p:spPr>
      </p:cxnSp>
      <p:cxnSp>
        <p:nvCxnSpPr>
          <p:cNvPr id="1557" name="Google Shape;1557;p87"/>
          <p:cNvCxnSpPr/>
          <p:nvPr/>
        </p:nvCxnSpPr>
        <p:spPr>
          <a:xfrm rot="10800000">
            <a:off x="1041114" y="4655225"/>
            <a:ext cx="3977700" cy="0"/>
          </a:xfrm>
          <a:prstGeom prst="straightConnector1">
            <a:avLst/>
          </a:prstGeom>
          <a:noFill/>
          <a:ln cap="flat" cmpd="sng" w="9525">
            <a:solidFill>
              <a:schemeClr val="lt1"/>
            </a:solidFill>
            <a:prstDash val="solid"/>
            <a:round/>
            <a:headEnd len="sm" w="sm" type="none"/>
            <a:tailEnd len="sm" w="sm" type="none"/>
          </a:ln>
        </p:spPr>
      </p:cxnSp>
      <p:cxnSp>
        <p:nvCxnSpPr>
          <p:cNvPr id="1558" name="Google Shape;1558;p87"/>
          <p:cNvCxnSpPr/>
          <p:nvPr/>
        </p:nvCxnSpPr>
        <p:spPr>
          <a:xfrm>
            <a:off x="5019250" y="1225675"/>
            <a:ext cx="0" cy="3917700"/>
          </a:xfrm>
          <a:prstGeom prst="straightConnector1">
            <a:avLst/>
          </a:prstGeom>
          <a:noFill/>
          <a:ln cap="flat" cmpd="sng" w="9525">
            <a:solidFill>
              <a:schemeClr val="lt1"/>
            </a:solidFill>
            <a:prstDash val="solid"/>
            <a:round/>
            <a:headEnd len="sm" w="sm" type="none"/>
            <a:tailEnd len="sm" w="sm" type="none"/>
          </a:ln>
        </p:spPr>
      </p:cxnSp>
      <p:sp>
        <p:nvSpPr>
          <p:cNvPr id="1559" name="Google Shape;1559;p87"/>
          <p:cNvSpPr txBox="1"/>
          <p:nvPr>
            <p:ph idx="1" type="body"/>
          </p:nvPr>
        </p:nvSpPr>
        <p:spPr>
          <a:xfrm>
            <a:off x="1042100" y="1307575"/>
            <a:ext cx="3977100" cy="2757300"/>
          </a:xfrm>
          <a:prstGeom prst="rect">
            <a:avLst/>
          </a:prstGeom>
        </p:spPr>
        <p:txBody>
          <a:bodyPr anchorCtr="0" anchor="t" bIns="91425" lIns="274300" spcFirstLastPara="1" rIns="91425" wrap="square" tIns="274300">
            <a:noAutofit/>
          </a:bodyPr>
          <a:lstStyle/>
          <a:p>
            <a:pPr indent="0" lvl="0" marL="0" rtl="0" algn="l">
              <a:lnSpc>
                <a:spcPct val="200000"/>
              </a:lnSpc>
              <a:spcBef>
                <a:spcPts val="1000"/>
              </a:spcBef>
              <a:spcAft>
                <a:spcPts val="0"/>
              </a:spcAft>
              <a:buSzPts val="925"/>
              <a:buNone/>
            </a:pPr>
            <a:r>
              <a:rPr lang="en" sz="1118">
                <a:latin typeface="Inter"/>
                <a:ea typeface="Inter"/>
                <a:cs typeface="Inter"/>
                <a:sym typeface="Inter"/>
              </a:rPr>
              <a:t>The Generalized Additive Model showed key predictors of:</a:t>
            </a:r>
            <a:endParaRPr sz="1118">
              <a:latin typeface="Inter"/>
              <a:ea typeface="Inter"/>
              <a:cs typeface="Inter"/>
              <a:sym typeface="Inter"/>
            </a:endParaRPr>
          </a:p>
          <a:p>
            <a:pPr indent="-299561" lvl="0" marL="457200" rtl="0" algn="l">
              <a:lnSpc>
                <a:spcPct val="200000"/>
              </a:lnSpc>
              <a:spcBef>
                <a:spcPts val="1000"/>
              </a:spcBef>
              <a:spcAft>
                <a:spcPts val="0"/>
              </a:spcAft>
              <a:buSzPts val="1118"/>
              <a:buFont typeface="Inter"/>
              <a:buChar char="●"/>
            </a:pPr>
            <a:r>
              <a:rPr lang="en" sz="1118">
                <a:latin typeface="Inter"/>
                <a:ea typeface="Inter"/>
                <a:cs typeface="Inter"/>
                <a:sym typeface="Inter"/>
              </a:rPr>
              <a:t>Household Income</a:t>
            </a:r>
            <a:endParaRPr sz="1118">
              <a:latin typeface="Inter"/>
              <a:ea typeface="Inter"/>
              <a:cs typeface="Inter"/>
              <a:sym typeface="Inter"/>
            </a:endParaRPr>
          </a:p>
          <a:p>
            <a:pPr indent="-299561" lvl="0" marL="457200" rtl="0" algn="l">
              <a:lnSpc>
                <a:spcPct val="200000"/>
              </a:lnSpc>
              <a:spcBef>
                <a:spcPts val="0"/>
              </a:spcBef>
              <a:spcAft>
                <a:spcPts val="0"/>
              </a:spcAft>
              <a:buSzPts val="1118"/>
              <a:buFont typeface="Inter"/>
              <a:buChar char="●"/>
            </a:pPr>
            <a:r>
              <a:rPr lang="en" sz="1118">
                <a:latin typeface="Inter"/>
                <a:ea typeface="Inter"/>
                <a:cs typeface="Inter"/>
                <a:sym typeface="Inter"/>
              </a:rPr>
              <a:t>Homeownership</a:t>
            </a:r>
            <a:endParaRPr sz="1118">
              <a:latin typeface="Inter"/>
              <a:ea typeface="Inter"/>
              <a:cs typeface="Inter"/>
              <a:sym typeface="Inter"/>
            </a:endParaRPr>
          </a:p>
          <a:p>
            <a:pPr indent="-299561" lvl="0" marL="457200" rtl="0" algn="l">
              <a:lnSpc>
                <a:spcPct val="200000"/>
              </a:lnSpc>
              <a:spcBef>
                <a:spcPts val="0"/>
              </a:spcBef>
              <a:spcAft>
                <a:spcPts val="0"/>
              </a:spcAft>
              <a:buSzPts val="1118"/>
              <a:buFont typeface="Inter"/>
              <a:buChar char="●"/>
            </a:pPr>
            <a:r>
              <a:rPr lang="en" sz="1118">
                <a:latin typeface="Inter"/>
                <a:ea typeface="Inter"/>
                <a:cs typeface="Inter"/>
                <a:sym typeface="Inter"/>
              </a:rPr>
              <a:t>Food/nutrition Access</a:t>
            </a:r>
            <a:endParaRPr sz="1118">
              <a:latin typeface="Inter"/>
              <a:ea typeface="Inter"/>
              <a:cs typeface="Inter"/>
              <a:sym typeface="Inter"/>
            </a:endParaRPr>
          </a:p>
          <a:p>
            <a:pPr indent="-299561" lvl="0" marL="457200" rtl="0" algn="l">
              <a:lnSpc>
                <a:spcPct val="200000"/>
              </a:lnSpc>
              <a:spcBef>
                <a:spcPts val="0"/>
              </a:spcBef>
              <a:spcAft>
                <a:spcPts val="0"/>
              </a:spcAft>
              <a:buSzPts val="1118"/>
              <a:buFont typeface="Inter"/>
              <a:buChar char="●"/>
            </a:pPr>
            <a:r>
              <a:rPr lang="en" sz="1118">
                <a:latin typeface="Inter"/>
                <a:ea typeface="Inter"/>
                <a:cs typeface="Inter"/>
                <a:sym typeface="Inter"/>
              </a:rPr>
              <a:t>Age of Residents</a:t>
            </a:r>
            <a:endParaRPr sz="1118">
              <a:latin typeface="Inter"/>
              <a:ea typeface="Inter"/>
              <a:cs typeface="Inter"/>
              <a:sym typeface="Inter"/>
            </a:endParaRPr>
          </a:p>
          <a:p>
            <a:pPr indent="0" lvl="0" marL="0" rtl="0" algn="l">
              <a:lnSpc>
                <a:spcPct val="200000"/>
              </a:lnSpc>
              <a:spcBef>
                <a:spcPts val="1000"/>
              </a:spcBef>
              <a:spcAft>
                <a:spcPts val="0"/>
              </a:spcAft>
              <a:buSzPts val="925"/>
              <a:buNone/>
            </a:pPr>
            <a:r>
              <a:t/>
            </a:r>
            <a:endParaRPr sz="1025">
              <a:latin typeface="Inter"/>
              <a:ea typeface="Inter"/>
              <a:cs typeface="Inter"/>
              <a:sym typeface="Inter"/>
            </a:endParaRPr>
          </a:p>
          <a:p>
            <a:pPr indent="0" lvl="0" marL="0" rtl="0" algn="l">
              <a:spcBef>
                <a:spcPts val="1000"/>
              </a:spcBef>
              <a:spcAft>
                <a:spcPts val="0"/>
              </a:spcAft>
              <a:buSzPts val="925"/>
              <a:buNone/>
            </a:pPr>
            <a:r>
              <a:t/>
            </a:r>
            <a:endParaRPr sz="1025">
              <a:latin typeface="Inter"/>
              <a:ea typeface="Inter"/>
              <a:cs typeface="Inter"/>
              <a:sym typeface="Inter"/>
            </a:endParaRPr>
          </a:p>
        </p:txBody>
      </p:sp>
      <p:sp>
        <p:nvSpPr>
          <p:cNvPr id="1560" name="Google Shape;1560;p87"/>
          <p:cNvSpPr txBox="1"/>
          <p:nvPr>
            <p:ph type="title"/>
          </p:nvPr>
        </p:nvSpPr>
        <p:spPr>
          <a:xfrm flipH="1">
            <a:off x="1040750" y="334850"/>
            <a:ext cx="7581900" cy="882600"/>
          </a:xfrm>
          <a:prstGeom prst="rect">
            <a:avLst/>
          </a:prstGeom>
        </p:spPr>
        <p:txBody>
          <a:bodyPr anchorCtr="0" anchor="ctr" bIns="91425" lIns="274300" spcFirstLastPara="1" rIns="91425" wrap="square" tIns="91425">
            <a:noAutofit/>
          </a:bodyPr>
          <a:lstStyle/>
          <a:p>
            <a:pPr indent="0" lvl="0" marL="0" rtl="0" algn="l">
              <a:lnSpc>
                <a:spcPct val="90000"/>
              </a:lnSpc>
              <a:spcBef>
                <a:spcPts val="0"/>
              </a:spcBef>
              <a:spcAft>
                <a:spcPts val="0"/>
              </a:spcAft>
              <a:buSzPts val="3200"/>
              <a:buNone/>
            </a:pPr>
            <a:r>
              <a:rPr lang="en" sz="2300"/>
              <a:t>Regression Model Results (GAM)</a:t>
            </a:r>
            <a:endParaRPr sz="2300"/>
          </a:p>
        </p:txBody>
      </p:sp>
      <p:sp>
        <p:nvSpPr>
          <p:cNvPr id="1561" name="Google Shape;1561;p87"/>
          <p:cNvSpPr txBox="1"/>
          <p:nvPr/>
        </p:nvSpPr>
        <p:spPr>
          <a:xfrm>
            <a:off x="5018825" y="3979475"/>
            <a:ext cx="18615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t/>
            </a:r>
            <a:endParaRPr sz="5500">
              <a:solidFill>
                <a:schemeClr val="lt1"/>
              </a:solidFill>
              <a:latin typeface="Gowun Batang"/>
              <a:ea typeface="Gowun Batang"/>
              <a:cs typeface="Gowun Batang"/>
              <a:sym typeface="Gowun Batang"/>
            </a:endParaRPr>
          </a:p>
        </p:txBody>
      </p:sp>
      <p:cxnSp>
        <p:nvCxnSpPr>
          <p:cNvPr id="1562" name="Google Shape;1562;p87"/>
          <p:cNvCxnSpPr/>
          <p:nvPr/>
        </p:nvCxnSpPr>
        <p:spPr>
          <a:xfrm rot="10800000">
            <a:off x="5018900" y="3298575"/>
            <a:ext cx="4143000" cy="0"/>
          </a:xfrm>
          <a:prstGeom prst="straightConnector1">
            <a:avLst/>
          </a:prstGeom>
          <a:noFill/>
          <a:ln cap="flat" cmpd="sng" w="9525">
            <a:solidFill>
              <a:schemeClr val="lt1"/>
            </a:solidFill>
            <a:prstDash val="solid"/>
            <a:round/>
            <a:headEnd len="sm" w="sm" type="none"/>
            <a:tailEnd len="sm" w="sm" type="none"/>
          </a:ln>
        </p:spPr>
      </p:cxnSp>
      <p:sp>
        <p:nvSpPr>
          <p:cNvPr id="1563" name="Google Shape;1563;p87"/>
          <p:cNvSpPr txBox="1"/>
          <p:nvPr/>
        </p:nvSpPr>
        <p:spPr>
          <a:xfrm>
            <a:off x="5019275" y="2143750"/>
            <a:ext cx="759900" cy="335100"/>
          </a:xfrm>
          <a:prstGeom prst="rect">
            <a:avLst/>
          </a:prstGeom>
          <a:noFill/>
          <a:ln>
            <a:noFill/>
          </a:ln>
        </p:spPr>
        <p:txBody>
          <a:bodyPr anchorCtr="0" anchor="ctr" bIns="0" lIns="91425" spcFirstLastPara="1" rIns="91425" wrap="square" tIns="0">
            <a:normAutofit/>
          </a:bodyPr>
          <a:lstStyle/>
          <a:p>
            <a:pPr indent="0" lvl="0" marL="0" marR="0" rtl="0" algn="ctr">
              <a:lnSpc>
                <a:spcPct val="100000"/>
              </a:lnSpc>
              <a:spcBef>
                <a:spcPts val="0"/>
              </a:spcBef>
              <a:spcAft>
                <a:spcPts val="0"/>
              </a:spcAft>
              <a:buClr>
                <a:srgbClr val="000000"/>
              </a:buClr>
              <a:buSzPts val="1000"/>
              <a:buFont typeface="Arial"/>
              <a:buNone/>
            </a:pPr>
            <a:r>
              <a:t/>
            </a:r>
            <a:endParaRPr sz="1000">
              <a:solidFill>
                <a:schemeClr val="lt1"/>
              </a:solidFill>
              <a:latin typeface="Inter SemiBold"/>
              <a:ea typeface="Inter SemiBold"/>
              <a:cs typeface="Inter SemiBold"/>
              <a:sym typeface="Inter SemiBold"/>
            </a:endParaRPr>
          </a:p>
        </p:txBody>
      </p:sp>
      <p:sp>
        <p:nvSpPr>
          <p:cNvPr id="1564" name="Google Shape;1564;p87"/>
          <p:cNvSpPr txBox="1"/>
          <p:nvPr/>
        </p:nvSpPr>
        <p:spPr>
          <a:xfrm>
            <a:off x="7051975" y="3469725"/>
            <a:ext cx="1991700" cy="15216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lt1"/>
                </a:solidFill>
                <a:latin typeface="Gowun Batang"/>
                <a:ea typeface="Gowun Batang"/>
                <a:cs typeface="Gowun Batang"/>
                <a:sym typeface="Gowun Batang"/>
              </a:rPr>
              <a:t>The strong average </a:t>
            </a:r>
            <a:r>
              <a:rPr lang="en" sz="1100">
                <a:latin typeface="Gowun Batang"/>
                <a:ea typeface="Gowun Batang"/>
                <a:cs typeface="Gowun Batang"/>
                <a:sym typeface="Gowun Batang"/>
              </a:rPr>
              <a:t>R² shown through the cross validation shows that the model generalizes well to new and unseen data. GAM did not only improve accuracy but also provided more reliable and consistent performance.</a:t>
            </a:r>
            <a:endParaRPr sz="1000">
              <a:solidFill>
                <a:schemeClr val="lt1"/>
              </a:solidFill>
              <a:latin typeface="Gowun Batang"/>
              <a:ea typeface="Gowun Batang"/>
              <a:cs typeface="Gowun Batang"/>
              <a:sym typeface="Gowun Batang"/>
            </a:endParaRPr>
          </a:p>
        </p:txBody>
      </p:sp>
      <p:sp>
        <p:nvSpPr>
          <p:cNvPr id="1565" name="Google Shape;1565;p87"/>
          <p:cNvSpPr txBox="1"/>
          <p:nvPr/>
        </p:nvSpPr>
        <p:spPr>
          <a:xfrm>
            <a:off x="6880875" y="3979475"/>
            <a:ext cx="20328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t/>
            </a:r>
            <a:endParaRPr sz="5500">
              <a:solidFill>
                <a:schemeClr val="lt1"/>
              </a:solidFill>
              <a:latin typeface="Gowun Batang"/>
              <a:ea typeface="Gowun Batang"/>
              <a:cs typeface="Gowun Batang"/>
              <a:sym typeface="Gowun Batang"/>
            </a:endParaRPr>
          </a:p>
        </p:txBody>
      </p:sp>
      <p:sp>
        <p:nvSpPr>
          <p:cNvPr id="1566" name="Google Shape;1566;p87"/>
          <p:cNvSpPr txBox="1"/>
          <p:nvPr/>
        </p:nvSpPr>
        <p:spPr>
          <a:xfrm>
            <a:off x="8044613" y="2143751"/>
            <a:ext cx="869100" cy="335100"/>
          </a:xfrm>
          <a:prstGeom prst="rect">
            <a:avLst/>
          </a:prstGeom>
          <a:noFill/>
          <a:ln>
            <a:noFill/>
          </a:ln>
        </p:spPr>
        <p:txBody>
          <a:bodyPr anchorCtr="0" anchor="ctr" bIns="0" lIns="91425" spcFirstLastPara="1" rIns="182875" wrap="square" tIns="0">
            <a:normAutofit/>
          </a:bodyPr>
          <a:lstStyle/>
          <a:p>
            <a:pPr indent="0" lvl="0" marL="0" marR="0" rtl="0" algn="r">
              <a:lnSpc>
                <a:spcPct val="100000"/>
              </a:lnSpc>
              <a:spcBef>
                <a:spcPts val="0"/>
              </a:spcBef>
              <a:spcAft>
                <a:spcPts val="0"/>
              </a:spcAft>
              <a:buClr>
                <a:srgbClr val="000000"/>
              </a:buClr>
              <a:buSzPts val="1000"/>
              <a:buFont typeface="Arial"/>
              <a:buNone/>
            </a:pPr>
            <a:r>
              <a:t/>
            </a:r>
            <a:endParaRPr sz="1000">
              <a:solidFill>
                <a:schemeClr val="lt1"/>
              </a:solidFill>
              <a:latin typeface="Inter SemiBold"/>
              <a:ea typeface="Inter SemiBold"/>
              <a:cs typeface="Inter SemiBold"/>
              <a:sym typeface="Inter SemiBold"/>
            </a:endParaRPr>
          </a:p>
        </p:txBody>
      </p:sp>
      <p:sp>
        <p:nvSpPr>
          <p:cNvPr id="1567" name="Google Shape;1567;p87"/>
          <p:cNvSpPr txBox="1"/>
          <p:nvPr/>
        </p:nvSpPr>
        <p:spPr>
          <a:xfrm>
            <a:off x="6586883" y="2143751"/>
            <a:ext cx="989700" cy="335100"/>
          </a:xfrm>
          <a:prstGeom prst="rect">
            <a:avLst/>
          </a:prstGeom>
          <a:noFill/>
          <a:ln>
            <a:noFill/>
          </a:ln>
        </p:spPr>
        <p:txBody>
          <a:bodyPr anchorCtr="0" anchor="ctr" bIns="0" lIns="91425" spcFirstLastPara="1" rIns="91425" wrap="square" tIns="0">
            <a:normAutofit/>
          </a:bodyPr>
          <a:lstStyle/>
          <a:p>
            <a:pPr indent="0" lvl="0" marL="0" marR="0" rtl="0" algn="ctr">
              <a:lnSpc>
                <a:spcPct val="100000"/>
              </a:lnSpc>
              <a:spcBef>
                <a:spcPts val="0"/>
              </a:spcBef>
              <a:spcAft>
                <a:spcPts val="0"/>
              </a:spcAft>
              <a:buClr>
                <a:srgbClr val="000000"/>
              </a:buClr>
              <a:buSzPts val="1000"/>
              <a:buFont typeface="Arial"/>
              <a:buNone/>
            </a:pPr>
            <a:r>
              <a:t/>
            </a:r>
            <a:endParaRPr sz="1000">
              <a:solidFill>
                <a:schemeClr val="lt1"/>
              </a:solidFill>
              <a:latin typeface="Inter SemiBold"/>
              <a:ea typeface="Inter SemiBold"/>
              <a:cs typeface="Inter SemiBold"/>
              <a:sym typeface="Inter SemiBold"/>
            </a:endParaRPr>
          </a:p>
        </p:txBody>
      </p:sp>
      <p:sp>
        <p:nvSpPr>
          <p:cNvPr id="1568" name="Google Shape;1568;p87"/>
          <p:cNvSpPr txBox="1"/>
          <p:nvPr>
            <p:ph idx="3"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569" name="Google Shape;1569;p87"/>
          <p:cNvSpPr txBox="1"/>
          <p:nvPr>
            <p:ph idx="4" type="subTitle"/>
          </p:nvPr>
        </p:nvSpPr>
        <p:spPr>
          <a:xfrm>
            <a:off x="40911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
        <p:nvSpPr>
          <p:cNvPr id="1570" name="Google Shape;1570;p87"/>
          <p:cNvSpPr txBox="1"/>
          <p:nvPr/>
        </p:nvSpPr>
        <p:spPr>
          <a:xfrm>
            <a:off x="5149377" y="1307575"/>
            <a:ext cx="1861500" cy="5685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lt1"/>
                </a:solidFill>
                <a:latin typeface="Inter SemiBold"/>
                <a:ea typeface="Inter SemiBold"/>
                <a:cs typeface="Inter SemiBold"/>
                <a:sym typeface="Inter SemiBold"/>
              </a:rPr>
              <a:t>Approximate </a:t>
            </a:r>
            <a:r>
              <a:rPr lang="en" sz="1100">
                <a:latin typeface="Times New Roman"/>
                <a:ea typeface="Times New Roman"/>
                <a:cs typeface="Times New Roman"/>
                <a:sym typeface="Times New Roman"/>
              </a:rPr>
              <a:t>R²:</a:t>
            </a:r>
            <a:endParaRPr sz="1000">
              <a:solidFill>
                <a:schemeClr val="lt1"/>
              </a:solidFill>
              <a:latin typeface="Inter SemiBold"/>
              <a:ea typeface="Inter SemiBold"/>
              <a:cs typeface="Inter SemiBold"/>
              <a:sym typeface="Inter SemiBold"/>
            </a:endParaRPr>
          </a:p>
        </p:txBody>
      </p:sp>
      <p:sp>
        <p:nvSpPr>
          <p:cNvPr id="1571" name="Google Shape;1571;p87"/>
          <p:cNvSpPr txBox="1"/>
          <p:nvPr/>
        </p:nvSpPr>
        <p:spPr>
          <a:xfrm>
            <a:off x="7010877" y="1307575"/>
            <a:ext cx="1861500" cy="5685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lt1"/>
                </a:solidFill>
                <a:latin typeface="Inter SemiBold"/>
                <a:ea typeface="Inter SemiBold"/>
                <a:cs typeface="Inter SemiBold"/>
                <a:sym typeface="Inter SemiBold"/>
              </a:rPr>
              <a:t>Approximate RMSE:</a:t>
            </a:r>
            <a:endParaRPr sz="1000">
              <a:solidFill>
                <a:schemeClr val="lt1"/>
              </a:solidFill>
              <a:latin typeface="Inter SemiBold"/>
              <a:ea typeface="Inter SemiBold"/>
              <a:cs typeface="Inter SemiBold"/>
              <a:sym typeface="Inter SemiBold"/>
            </a:endParaRPr>
          </a:p>
        </p:txBody>
      </p:sp>
      <p:sp>
        <p:nvSpPr>
          <p:cNvPr id="1572" name="Google Shape;1572;p87"/>
          <p:cNvSpPr txBox="1"/>
          <p:nvPr/>
        </p:nvSpPr>
        <p:spPr>
          <a:xfrm>
            <a:off x="5058900" y="1895475"/>
            <a:ext cx="18615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rPr lang="en" sz="5500">
                <a:solidFill>
                  <a:schemeClr val="lt1"/>
                </a:solidFill>
                <a:latin typeface="Gowun Batang"/>
                <a:ea typeface="Gowun Batang"/>
                <a:cs typeface="Gowun Batang"/>
                <a:sym typeface="Gowun Batang"/>
              </a:rPr>
              <a:t>0.83</a:t>
            </a:r>
            <a:endParaRPr sz="5500">
              <a:solidFill>
                <a:schemeClr val="lt1"/>
              </a:solidFill>
              <a:latin typeface="Gowun Batang"/>
              <a:ea typeface="Gowun Batang"/>
              <a:cs typeface="Gowun Batang"/>
              <a:sym typeface="Gowun Batang"/>
            </a:endParaRPr>
          </a:p>
        </p:txBody>
      </p:sp>
      <p:sp>
        <p:nvSpPr>
          <p:cNvPr id="1573" name="Google Shape;1573;p87"/>
          <p:cNvSpPr txBox="1"/>
          <p:nvPr/>
        </p:nvSpPr>
        <p:spPr>
          <a:xfrm>
            <a:off x="7010875" y="1895475"/>
            <a:ext cx="20328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rPr lang="en" sz="5500">
                <a:solidFill>
                  <a:schemeClr val="lt1"/>
                </a:solidFill>
                <a:latin typeface="Gowun Batang"/>
                <a:ea typeface="Gowun Batang"/>
                <a:cs typeface="Gowun Batang"/>
                <a:sym typeface="Gowun Batang"/>
              </a:rPr>
              <a:t>0.066</a:t>
            </a:r>
            <a:endParaRPr sz="5500">
              <a:solidFill>
                <a:schemeClr val="lt1"/>
              </a:solidFill>
              <a:latin typeface="Gowun Batang"/>
              <a:ea typeface="Gowun Batang"/>
              <a:cs typeface="Gowun Batang"/>
              <a:sym typeface="Gowun Batang"/>
            </a:endParaRPr>
          </a:p>
        </p:txBody>
      </p:sp>
      <p:cxnSp>
        <p:nvCxnSpPr>
          <p:cNvPr id="1574" name="Google Shape;1574;p87"/>
          <p:cNvCxnSpPr/>
          <p:nvPr/>
        </p:nvCxnSpPr>
        <p:spPr>
          <a:xfrm>
            <a:off x="6920400" y="3298575"/>
            <a:ext cx="0" cy="1863900"/>
          </a:xfrm>
          <a:prstGeom prst="straightConnector1">
            <a:avLst/>
          </a:prstGeom>
          <a:noFill/>
          <a:ln cap="flat" cmpd="sng" w="9525">
            <a:solidFill>
              <a:schemeClr val="dk2"/>
            </a:solidFill>
            <a:prstDash val="solid"/>
            <a:round/>
            <a:headEnd len="med" w="med" type="none"/>
            <a:tailEnd len="med" w="med" type="none"/>
          </a:ln>
        </p:spPr>
      </p:cxnSp>
      <p:sp>
        <p:nvSpPr>
          <p:cNvPr id="1575" name="Google Shape;1575;p87"/>
          <p:cNvSpPr txBox="1"/>
          <p:nvPr/>
        </p:nvSpPr>
        <p:spPr>
          <a:xfrm>
            <a:off x="5019302" y="3410975"/>
            <a:ext cx="1861500" cy="5685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lt1"/>
                </a:solidFill>
                <a:latin typeface="Inter SemiBold"/>
                <a:ea typeface="Inter SemiBold"/>
                <a:cs typeface="Inter SemiBold"/>
                <a:sym typeface="Inter SemiBold"/>
              </a:rPr>
              <a:t>Cross Validation Approximate Average </a:t>
            </a:r>
            <a:r>
              <a:rPr lang="en" sz="1100">
                <a:latin typeface="Times New Roman"/>
                <a:ea typeface="Times New Roman"/>
                <a:cs typeface="Times New Roman"/>
                <a:sym typeface="Times New Roman"/>
              </a:rPr>
              <a:t>R²:</a:t>
            </a:r>
            <a:endParaRPr sz="1000">
              <a:solidFill>
                <a:schemeClr val="lt1"/>
              </a:solidFill>
              <a:latin typeface="Inter SemiBold"/>
              <a:ea typeface="Inter SemiBold"/>
              <a:cs typeface="Inter SemiBold"/>
              <a:sym typeface="Inter SemiBold"/>
            </a:endParaRPr>
          </a:p>
        </p:txBody>
      </p:sp>
      <p:sp>
        <p:nvSpPr>
          <p:cNvPr id="1576" name="Google Shape;1576;p87"/>
          <p:cNvSpPr txBox="1"/>
          <p:nvPr/>
        </p:nvSpPr>
        <p:spPr>
          <a:xfrm>
            <a:off x="5038925" y="3986200"/>
            <a:ext cx="18615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rPr lang="en" sz="5500">
                <a:solidFill>
                  <a:schemeClr val="lt1"/>
                </a:solidFill>
                <a:latin typeface="Gowun Batang"/>
                <a:ea typeface="Gowun Batang"/>
                <a:cs typeface="Gowun Batang"/>
                <a:sym typeface="Gowun Batang"/>
              </a:rPr>
              <a:t>0.81</a:t>
            </a:r>
            <a:endParaRPr sz="5500">
              <a:solidFill>
                <a:schemeClr val="lt1"/>
              </a:solidFill>
              <a:latin typeface="Gowun Batang"/>
              <a:ea typeface="Gowun Batang"/>
              <a:cs typeface="Gowun Batang"/>
              <a:sym typeface="Gowun Batang"/>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pic>
        <p:nvPicPr>
          <p:cNvPr id="1581" name="Google Shape;1581;p88"/>
          <p:cNvPicPr preferRelativeResize="0"/>
          <p:nvPr/>
        </p:nvPicPr>
        <p:blipFill>
          <a:blip r:embed="rId3">
            <a:alphaModFix/>
          </a:blip>
          <a:stretch>
            <a:fillRect/>
          </a:stretch>
        </p:blipFill>
        <p:spPr>
          <a:xfrm>
            <a:off x="842975" y="0"/>
            <a:ext cx="7458053" cy="51434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89"/>
          <p:cNvSpPr txBox="1"/>
          <p:nvPr>
            <p:ph idx="1" type="body"/>
          </p:nvPr>
        </p:nvSpPr>
        <p:spPr>
          <a:xfrm>
            <a:off x="1060625" y="1217450"/>
            <a:ext cx="8083500" cy="678000"/>
          </a:xfrm>
          <a:prstGeom prst="rect">
            <a:avLst/>
          </a:prstGeom>
          <a:solidFill>
            <a:schemeClr val="dk1"/>
          </a:solidFill>
        </p:spPr>
        <p:txBody>
          <a:bodyPr anchorCtr="0" anchor="t" bIns="91425" lIns="274300" spcFirstLastPara="1" rIns="91425" wrap="square" tIns="274300">
            <a:normAutofit/>
          </a:bodyPr>
          <a:lstStyle/>
          <a:p>
            <a:pPr indent="0" lvl="0" marL="0" rtl="0" algn="ctr">
              <a:lnSpc>
                <a:spcPct val="90000"/>
              </a:lnSpc>
              <a:spcBef>
                <a:spcPts val="0"/>
              </a:spcBef>
              <a:spcAft>
                <a:spcPts val="0"/>
              </a:spcAft>
              <a:buNone/>
            </a:pPr>
            <a:r>
              <a:rPr lang="en" sz="1200">
                <a:solidFill>
                  <a:schemeClr val="lt1"/>
                </a:solidFill>
                <a:latin typeface="Gowun Batang"/>
                <a:ea typeface="Gowun Batang"/>
                <a:cs typeface="Gowun Batang"/>
                <a:sym typeface="Gowun Batang"/>
              </a:rPr>
              <a:t>The goal of the regression model is to maximize recall for high displacement risk neighborhoods. </a:t>
            </a:r>
            <a:endParaRPr>
              <a:solidFill>
                <a:schemeClr val="lt1"/>
              </a:solidFill>
              <a:latin typeface="Gowun Batang"/>
              <a:ea typeface="Gowun Batang"/>
              <a:cs typeface="Gowun Batang"/>
              <a:sym typeface="Gowun Batang"/>
            </a:endParaRPr>
          </a:p>
        </p:txBody>
      </p:sp>
      <p:sp>
        <p:nvSpPr>
          <p:cNvPr id="1587" name="Google Shape;1587;p89"/>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lang="en"/>
              <a:t>Classification Model Overview</a:t>
            </a:r>
            <a:endParaRPr/>
          </a:p>
        </p:txBody>
      </p:sp>
      <p:sp>
        <p:nvSpPr>
          <p:cNvPr id="1588" name="Google Shape;1588;p89"/>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spcBef>
                <a:spcPts val="0"/>
              </a:spcBef>
              <a:spcAft>
                <a:spcPts val="0"/>
              </a:spcAft>
              <a:buNone/>
            </a:pPr>
            <a:r>
              <a:rPr lang="en"/>
              <a:t>2026</a:t>
            </a:r>
            <a:endParaRPr/>
          </a:p>
        </p:txBody>
      </p:sp>
      <p:sp>
        <p:nvSpPr>
          <p:cNvPr id="1589" name="Google Shape;1589;p89"/>
          <p:cNvSpPr txBox="1"/>
          <p:nvPr>
            <p:ph idx="1" type="body"/>
          </p:nvPr>
        </p:nvSpPr>
        <p:spPr>
          <a:xfrm>
            <a:off x="1060625" y="1895475"/>
            <a:ext cx="4029600" cy="2426700"/>
          </a:xfrm>
          <a:prstGeom prst="rect">
            <a:avLst/>
          </a:prstGeom>
          <a:solidFill>
            <a:schemeClr val="lt1"/>
          </a:solidFill>
          <a:ln cap="flat" cmpd="sng" w="9525">
            <a:solidFill>
              <a:schemeClr val="accent6"/>
            </a:solidFill>
            <a:prstDash val="solid"/>
            <a:round/>
            <a:headEnd len="sm" w="sm" type="none"/>
            <a:tailEnd len="sm" w="sm" type="none"/>
          </a:ln>
        </p:spPr>
        <p:txBody>
          <a:bodyPr anchorCtr="0" anchor="t" bIns="91425" lIns="274300" spcFirstLastPara="1" rIns="91425" wrap="square" tIns="274300">
            <a:normAutofit fontScale="85000" lnSpcReduction="20000"/>
          </a:bodyPr>
          <a:lstStyle/>
          <a:p>
            <a:pPr indent="0" lvl="0" marL="0" rtl="0" algn="l">
              <a:lnSpc>
                <a:spcPct val="200000"/>
              </a:lnSpc>
              <a:spcBef>
                <a:spcPts val="0"/>
              </a:spcBef>
              <a:spcAft>
                <a:spcPts val="0"/>
              </a:spcAft>
              <a:buNone/>
            </a:pPr>
            <a:r>
              <a:rPr lang="en" sz="1329"/>
              <a:t>The models trained and built when reaching the optimal model were:</a:t>
            </a:r>
            <a:endParaRPr sz="1329"/>
          </a:p>
          <a:p>
            <a:pPr indent="-300334" lvl="0" marL="457200" rtl="0" algn="l">
              <a:lnSpc>
                <a:spcPct val="200000"/>
              </a:lnSpc>
              <a:spcBef>
                <a:spcPts val="0"/>
              </a:spcBef>
              <a:spcAft>
                <a:spcPts val="0"/>
              </a:spcAft>
              <a:buSzPct val="100000"/>
              <a:buChar char="●"/>
            </a:pPr>
            <a:r>
              <a:rPr lang="en" sz="1329"/>
              <a:t>Logistic Regression Model </a:t>
            </a:r>
            <a:endParaRPr sz="1329"/>
          </a:p>
          <a:p>
            <a:pPr indent="-300334" lvl="0" marL="457200" rtl="0" algn="l">
              <a:lnSpc>
                <a:spcPct val="200000"/>
              </a:lnSpc>
              <a:spcBef>
                <a:spcPts val="0"/>
              </a:spcBef>
              <a:spcAft>
                <a:spcPts val="0"/>
              </a:spcAft>
              <a:buSzPct val="100000"/>
              <a:buChar char="●"/>
            </a:pPr>
            <a:r>
              <a:rPr lang="en" sz="1329"/>
              <a:t>Random Forest Model </a:t>
            </a:r>
            <a:endParaRPr sz="1329"/>
          </a:p>
          <a:p>
            <a:pPr indent="-300334" lvl="0" marL="457200" rtl="0" algn="l">
              <a:lnSpc>
                <a:spcPct val="200000"/>
              </a:lnSpc>
              <a:spcBef>
                <a:spcPts val="0"/>
              </a:spcBef>
              <a:spcAft>
                <a:spcPts val="0"/>
              </a:spcAft>
              <a:buSzPct val="100000"/>
              <a:buChar char="●"/>
            </a:pPr>
            <a:r>
              <a:rPr lang="en" sz="1329"/>
              <a:t>K-Nearest Neighbors (KNN)</a:t>
            </a:r>
            <a:endParaRPr sz="1329"/>
          </a:p>
          <a:p>
            <a:pPr indent="-300334" lvl="0" marL="457200" rtl="0" algn="l">
              <a:lnSpc>
                <a:spcPct val="200000"/>
              </a:lnSpc>
              <a:spcBef>
                <a:spcPts val="0"/>
              </a:spcBef>
              <a:spcAft>
                <a:spcPts val="0"/>
              </a:spcAft>
              <a:buSzPct val="100000"/>
              <a:buChar char="●"/>
            </a:pPr>
            <a:r>
              <a:rPr lang="en" sz="1329"/>
              <a:t>XGBoost </a:t>
            </a:r>
            <a:endParaRPr sz="1329"/>
          </a:p>
          <a:p>
            <a:pPr indent="0" lvl="0" marL="0" rtl="0" algn="l">
              <a:lnSpc>
                <a:spcPct val="200000"/>
              </a:lnSpc>
              <a:spcBef>
                <a:spcPts val="0"/>
              </a:spcBef>
              <a:spcAft>
                <a:spcPts val="0"/>
              </a:spcAft>
              <a:buNone/>
            </a:pPr>
            <a:r>
              <a:t/>
            </a:r>
            <a:endParaRPr/>
          </a:p>
        </p:txBody>
      </p:sp>
      <p:sp>
        <p:nvSpPr>
          <p:cNvPr id="1590" name="Google Shape;1590;p89"/>
          <p:cNvSpPr txBox="1"/>
          <p:nvPr>
            <p:ph idx="1" type="body"/>
          </p:nvPr>
        </p:nvSpPr>
        <p:spPr>
          <a:xfrm>
            <a:off x="5090225" y="1895475"/>
            <a:ext cx="4029600" cy="2426700"/>
          </a:xfrm>
          <a:prstGeom prst="rect">
            <a:avLst/>
          </a:prstGeom>
          <a:solidFill>
            <a:schemeClr val="lt1"/>
          </a:solidFill>
          <a:ln cap="flat" cmpd="sng" w="9525">
            <a:solidFill>
              <a:schemeClr val="accent6"/>
            </a:solidFill>
            <a:prstDash val="solid"/>
            <a:round/>
            <a:headEnd len="sm" w="sm" type="none"/>
            <a:tailEnd len="sm" w="sm" type="none"/>
          </a:ln>
        </p:spPr>
        <p:txBody>
          <a:bodyPr anchorCtr="0" anchor="t" bIns="91425" lIns="274300" spcFirstLastPara="1" rIns="91425" wrap="square" tIns="274300">
            <a:normAutofit/>
          </a:bodyPr>
          <a:lstStyle/>
          <a:p>
            <a:pPr indent="0" lvl="0" marL="0" rtl="0" algn="l">
              <a:lnSpc>
                <a:spcPct val="200000"/>
              </a:lnSpc>
              <a:spcBef>
                <a:spcPts val="0"/>
              </a:spcBef>
              <a:spcAft>
                <a:spcPts val="0"/>
              </a:spcAft>
              <a:buNone/>
            </a:pPr>
            <a:r>
              <a:rPr lang="en" sz="1100"/>
              <a:t>The dataset for this project used contained of:</a:t>
            </a:r>
            <a:endParaRPr sz="1100"/>
          </a:p>
          <a:p>
            <a:pPr indent="0" lvl="0" marL="0" rtl="0" algn="l">
              <a:lnSpc>
                <a:spcPct val="200000"/>
              </a:lnSpc>
              <a:spcBef>
                <a:spcPts val="0"/>
              </a:spcBef>
              <a:spcAft>
                <a:spcPts val="0"/>
              </a:spcAft>
              <a:buNone/>
            </a:pPr>
            <a:r>
              <a:t/>
            </a:r>
            <a:endParaRPr sz="1100"/>
          </a:p>
          <a:p>
            <a:pPr indent="-298450" lvl="0" marL="457200" rtl="0" algn="l">
              <a:lnSpc>
                <a:spcPct val="200000"/>
              </a:lnSpc>
              <a:spcBef>
                <a:spcPts val="0"/>
              </a:spcBef>
              <a:spcAft>
                <a:spcPts val="0"/>
              </a:spcAft>
              <a:buSzPts val="1100"/>
              <a:buChar char="●"/>
            </a:pPr>
            <a:r>
              <a:rPr lang="en" sz="1100"/>
              <a:t>458 observations</a:t>
            </a:r>
            <a:endParaRPr sz="1100"/>
          </a:p>
          <a:p>
            <a:pPr indent="-298450" lvl="0" marL="457200" rtl="0" algn="l">
              <a:lnSpc>
                <a:spcPct val="200000"/>
              </a:lnSpc>
              <a:spcBef>
                <a:spcPts val="0"/>
              </a:spcBef>
              <a:spcAft>
                <a:spcPts val="0"/>
              </a:spcAft>
              <a:buSzPts val="1100"/>
              <a:buChar char="●"/>
            </a:pPr>
            <a:r>
              <a:rPr lang="en" sz="1100"/>
              <a:t>23 features</a:t>
            </a:r>
            <a:endParaRPr sz="1100"/>
          </a:p>
          <a:p>
            <a:pPr indent="0" lvl="0" marL="0" rtl="0" algn="l">
              <a:spcBef>
                <a:spcPts val="0"/>
              </a:spcBef>
              <a:spcAft>
                <a:spcPts val="0"/>
              </a:spcAft>
              <a:buNone/>
            </a:pPr>
            <a:r>
              <a:t/>
            </a:r>
            <a:endParaRPr/>
          </a:p>
        </p:txBody>
      </p:sp>
      <p:sp>
        <p:nvSpPr>
          <p:cNvPr id="1591" name="Google Shape;1591;p89"/>
          <p:cNvSpPr txBox="1"/>
          <p:nvPr>
            <p:ph idx="1" type="body"/>
          </p:nvPr>
        </p:nvSpPr>
        <p:spPr>
          <a:xfrm>
            <a:off x="1060475" y="4322175"/>
            <a:ext cx="8083500" cy="821400"/>
          </a:xfrm>
          <a:prstGeom prst="rect">
            <a:avLst/>
          </a:prstGeom>
          <a:solidFill>
            <a:schemeClr val="dk1"/>
          </a:solidFill>
        </p:spPr>
        <p:txBody>
          <a:bodyPr anchorCtr="0" anchor="t" bIns="91425" lIns="274300" spcFirstLastPara="1" rIns="91425" wrap="square" tIns="274300">
            <a:normAutofit/>
          </a:bodyPr>
          <a:lstStyle/>
          <a:p>
            <a:pPr indent="0" lvl="0" marL="0" rtl="0" algn="l">
              <a:lnSpc>
                <a:spcPct val="90000"/>
              </a:lnSpc>
              <a:spcBef>
                <a:spcPts val="0"/>
              </a:spcBef>
              <a:spcAft>
                <a:spcPts val="0"/>
              </a:spcAft>
              <a:buNone/>
            </a:pPr>
            <a:r>
              <a:t/>
            </a:r>
            <a:endParaRPr>
              <a:latin typeface="Gowun Batang"/>
              <a:ea typeface="Gowun Batang"/>
              <a:cs typeface="Gowun Batang"/>
              <a:sym typeface="Gowun Batang"/>
            </a:endParaRPr>
          </a:p>
          <a:p>
            <a:pPr indent="0" lvl="0" marL="0" rtl="0" algn="ctr">
              <a:spcBef>
                <a:spcPts val="0"/>
              </a:spcBef>
              <a:spcAft>
                <a:spcPts val="0"/>
              </a:spcAft>
              <a:buNone/>
            </a:pPr>
            <a:r>
              <a:rPr lang="en" sz="1200">
                <a:solidFill>
                  <a:schemeClr val="lt1"/>
                </a:solidFill>
                <a:latin typeface="Gowun Batang"/>
                <a:ea typeface="Gowun Batang"/>
                <a:cs typeface="Gowun Batang"/>
                <a:sym typeface="Gowun Batang"/>
              </a:rPr>
              <a:t>The best model achieved was the XGBoost model with balance in recall and precision.</a:t>
            </a:r>
            <a:endParaRPr sz="1200">
              <a:solidFill>
                <a:schemeClr val="lt1"/>
              </a:solidFill>
              <a:latin typeface="Gowun Batang"/>
              <a:ea typeface="Gowun Batang"/>
              <a:cs typeface="Gowun Batang"/>
              <a:sym typeface="Gowun Batang"/>
            </a:endParaRPr>
          </a:p>
        </p:txBody>
      </p:sp>
      <p:sp>
        <p:nvSpPr>
          <p:cNvPr id="1592" name="Google Shape;1592;p89"/>
          <p:cNvSpPr txBox="1"/>
          <p:nvPr>
            <p:ph idx="3"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593" name="Google Shape;1593;p89"/>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7" name="Shape 1597"/>
        <p:cNvGrpSpPr/>
        <p:nvPr/>
      </p:nvGrpSpPr>
      <p:grpSpPr>
        <a:xfrm>
          <a:off x="0" y="0"/>
          <a:ext cx="0" cy="0"/>
          <a:chOff x="0" y="0"/>
          <a:chExt cx="0" cy="0"/>
        </a:xfrm>
      </p:grpSpPr>
      <p:grpSp>
        <p:nvGrpSpPr>
          <p:cNvPr id="1598" name="Google Shape;1598;p90"/>
          <p:cNvGrpSpPr/>
          <p:nvPr/>
        </p:nvGrpSpPr>
        <p:grpSpPr>
          <a:xfrm rot="5400000">
            <a:off x="593777" y="609198"/>
            <a:ext cx="369896" cy="333900"/>
            <a:chOff x="96076" y="654376"/>
            <a:chExt cx="369896" cy="333900"/>
          </a:xfrm>
        </p:grpSpPr>
        <p:cxnSp>
          <p:nvCxnSpPr>
            <p:cNvPr id="1599" name="Google Shape;1599;p9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600" name="Google Shape;1600;p9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01" name="Google Shape;1601;p9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602" name="Google Shape;1602;p9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03" name="Google Shape;1603;p9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04" name="Google Shape;1604;p90"/>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cxnSp>
        <p:nvCxnSpPr>
          <p:cNvPr id="1605" name="Google Shape;1605;p9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sp>
        <p:nvSpPr>
          <p:cNvPr id="1606" name="Google Shape;1606;p90"/>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2026</a:t>
            </a:r>
            <a:endParaRPr/>
          </a:p>
        </p:txBody>
      </p:sp>
      <p:cxnSp>
        <p:nvCxnSpPr>
          <p:cNvPr id="1607" name="Google Shape;1607;p90"/>
          <p:cNvCxnSpPr/>
          <p:nvPr/>
        </p:nvCxnSpPr>
        <p:spPr>
          <a:xfrm rot="10800000">
            <a:off x="1041549" y="4315600"/>
            <a:ext cx="3977700" cy="0"/>
          </a:xfrm>
          <a:prstGeom prst="straightConnector1">
            <a:avLst/>
          </a:prstGeom>
          <a:noFill/>
          <a:ln cap="flat" cmpd="sng" w="9525">
            <a:solidFill>
              <a:schemeClr val="lt1"/>
            </a:solidFill>
            <a:prstDash val="solid"/>
            <a:round/>
            <a:headEnd len="sm" w="sm" type="none"/>
            <a:tailEnd len="sm" w="sm" type="none"/>
          </a:ln>
        </p:spPr>
      </p:cxnSp>
      <p:cxnSp>
        <p:nvCxnSpPr>
          <p:cNvPr id="1608" name="Google Shape;1608;p90"/>
          <p:cNvCxnSpPr/>
          <p:nvPr/>
        </p:nvCxnSpPr>
        <p:spPr>
          <a:xfrm rot="10800000">
            <a:off x="1041114" y="4655225"/>
            <a:ext cx="3977700" cy="0"/>
          </a:xfrm>
          <a:prstGeom prst="straightConnector1">
            <a:avLst/>
          </a:prstGeom>
          <a:noFill/>
          <a:ln cap="flat" cmpd="sng" w="9525">
            <a:solidFill>
              <a:schemeClr val="lt1"/>
            </a:solidFill>
            <a:prstDash val="solid"/>
            <a:round/>
            <a:headEnd len="sm" w="sm" type="none"/>
            <a:tailEnd len="sm" w="sm" type="none"/>
          </a:ln>
        </p:spPr>
      </p:cxnSp>
      <p:cxnSp>
        <p:nvCxnSpPr>
          <p:cNvPr id="1609" name="Google Shape;1609;p90"/>
          <p:cNvCxnSpPr/>
          <p:nvPr/>
        </p:nvCxnSpPr>
        <p:spPr>
          <a:xfrm>
            <a:off x="5019250" y="1225675"/>
            <a:ext cx="0" cy="3917700"/>
          </a:xfrm>
          <a:prstGeom prst="straightConnector1">
            <a:avLst/>
          </a:prstGeom>
          <a:noFill/>
          <a:ln cap="flat" cmpd="sng" w="9525">
            <a:solidFill>
              <a:schemeClr val="lt1"/>
            </a:solidFill>
            <a:prstDash val="solid"/>
            <a:round/>
            <a:headEnd len="sm" w="sm" type="none"/>
            <a:tailEnd len="sm" w="sm" type="none"/>
          </a:ln>
        </p:spPr>
      </p:cxnSp>
      <p:sp>
        <p:nvSpPr>
          <p:cNvPr id="1610" name="Google Shape;1610;p90"/>
          <p:cNvSpPr txBox="1"/>
          <p:nvPr>
            <p:ph idx="1" type="body"/>
          </p:nvPr>
        </p:nvSpPr>
        <p:spPr>
          <a:xfrm>
            <a:off x="1042100" y="1307575"/>
            <a:ext cx="3977100" cy="2757300"/>
          </a:xfrm>
          <a:prstGeom prst="rect">
            <a:avLst/>
          </a:prstGeom>
        </p:spPr>
        <p:txBody>
          <a:bodyPr anchorCtr="0" anchor="t" bIns="91425" lIns="274300" spcFirstLastPara="1" rIns="91425" wrap="square" tIns="274300">
            <a:noAutofit/>
          </a:bodyPr>
          <a:lstStyle/>
          <a:p>
            <a:pPr indent="0" lvl="0" marL="0" rtl="0" algn="l">
              <a:lnSpc>
                <a:spcPct val="200000"/>
              </a:lnSpc>
              <a:spcBef>
                <a:spcPts val="1000"/>
              </a:spcBef>
              <a:spcAft>
                <a:spcPts val="0"/>
              </a:spcAft>
              <a:buSzPts val="925"/>
              <a:buNone/>
            </a:pPr>
            <a:r>
              <a:rPr lang="en" sz="1118">
                <a:latin typeface="Inter"/>
                <a:ea typeface="Inter"/>
                <a:cs typeface="Inter"/>
                <a:sym typeface="Inter"/>
              </a:rPr>
              <a:t>Top Predictors of Displacement Risk:</a:t>
            </a:r>
            <a:endParaRPr sz="1118">
              <a:latin typeface="Inter"/>
              <a:ea typeface="Inter"/>
              <a:cs typeface="Inter"/>
              <a:sym typeface="Inter"/>
            </a:endParaRPr>
          </a:p>
          <a:p>
            <a:pPr indent="-299561" lvl="0" marL="457200" rtl="0" algn="l">
              <a:lnSpc>
                <a:spcPct val="200000"/>
              </a:lnSpc>
              <a:spcBef>
                <a:spcPts val="1000"/>
              </a:spcBef>
              <a:spcAft>
                <a:spcPts val="0"/>
              </a:spcAft>
              <a:buSzPts val="1118"/>
              <a:buFont typeface="Inter"/>
              <a:buChar char="●"/>
            </a:pPr>
            <a:r>
              <a:rPr lang="en" sz="1118">
                <a:latin typeface="Inter"/>
                <a:ea typeface="Inter"/>
                <a:cs typeface="Inter"/>
                <a:sym typeface="Inter"/>
              </a:rPr>
              <a:t>Household Income</a:t>
            </a:r>
            <a:endParaRPr sz="1118">
              <a:latin typeface="Inter"/>
              <a:ea typeface="Inter"/>
              <a:cs typeface="Inter"/>
              <a:sym typeface="Inter"/>
            </a:endParaRPr>
          </a:p>
          <a:p>
            <a:pPr indent="-299561" lvl="0" marL="457200" rtl="0" algn="l">
              <a:lnSpc>
                <a:spcPct val="200000"/>
              </a:lnSpc>
              <a:spcBef>
                <a:spcPts val="0"/>
              </a:spcBef>
              <a:spcAft>
                <a:spcPts val="0"/>
              </a:spcAft>
              <a:buSzPts val="1118"/>
              <a:buFont typeface="Inter"/>
              <a:buChar char="●"/>
            </a:pPr>
            <a:r>
              <a:rPr lang="en" sz="1118">
                <a:latin typeface="Inter"/>
                <a:ea typeface="Inter"/>
                <a:cs typeface="Inter"/>
                <a:sym typeface="Inter"/>
              </a:rPr>
              <a:t>Food/nutrition Access</a:t>
            </a:r>
            <a:endParaRPr sz="1118">
              <a:latin typeface="Inter"/>
              <a:ea typeface="Inter"/>
              <a:cs typeface="Inter"/>
              <a:sym typeface="Inter"/>
            </a:endParaRPr>
          </a:p>
          <a:p>
            <a:pPr indent="-299561" lvl="0" marL="457200" rtl="0" algn="l">
              <a:lnSpc>
                <a:spcPct val="200000"/>
              </a:lnSpc>
              <a:spcBef>
                <a:spcPts val="0"/>
              </a:spcBef>
              <a:spcAft>
                <a:spcPts val="0"/>
              </a:spcAft>
              <a:buSzPts val="1118"/>
              <a:buFont typeface="Inter"/>
              <a:buChar char="●"/>
            </a:pPr>
            <a:r>
              <a:rPr lang="en" sz="1118">
                <a:latin typeface="Inter"/>
                <a:ea typeface="Inter"/>
                <a:cs typeface="Inter"/>
                <a:sym typeface="Inter"/>
              </a:rPr>
              <a:t>Housing Age</a:t>
            </a:r>
            <a:endParaRPr sz="1118">
              <a:latin typeface="Inter"/>
              <a:ea typeface="Inter"/>
              <a:cs typeface="Inter"/>
              <a:sym typeface="Inter"/>
            </a:endParaRPr>
          </a:p>
          <a:p>
            <a:pPr indent="-299561" lvl="0" marL="457200" rtl="0" algn="l">
              <a:lnSpc>
                <a:spcPct val="200000"/>
              </a:lnSpc>
              <a:spcBef>
                <a:spcPts val="0"/>
              </a:spcBef>
              <a:spcAft>
                <a:spcPts val="0"/>
              </a:spcAft>
              <a:buSzPts val="1118"/>
              <a:buFont typeface="Inter"/>
              <a:buChar char="●"/>
            </a:pPr>
            <a:r>
              <a:rPr lang="en" sz="1118">
                <a:latin typeface="Inter"/>
                <a:ea typeface="Inter"/>
                <a:cs typeface="Inter"/>
                <a:sym typeface="Inter"/>
              </a:rPr>
              <a:t>Code Violations</a:t>
            </a:r>
            <a:endParaRPr sz="1118">
              <a:latin typeface="Inter"/>
              <a:ea typeface="Inter"/>
              <a:cs typeface="Inter"/>
              <a:sym typeface="Inter"/>
            </a:endParaRPr>
          </a:p>
          <a:p>
            <a:pPr indent="0" lvl="0" marL="0" rtl="0" algn="l">
              <a:lnSpc>
                <a:spcPct val="200000"/>
              </a:lnSpc>
              <a:spcBef>
                <a:spcPts val="1000"/>
              </a:spcBef>
              <a:spcAft>
                <a:spcPts val="0"/>
              </a:spcAft>
              <a:buSzPts val="925"/>
              <a:buNone/>
            </a:pPr>
            <a:r>
              <a:t/>
            </a:r>
            <a:endParaRPr sz="1025">
              <a:latin typeface="Inter"/>
              <a:ea typeface="Inter"/>
              <a:cs typeface="Inter"/>
              <a:sym typeface="Inter"/>
            </a:endParaRPr>
          </a:p>
          <a:p>
            <a:pPr indent="0" lvl="0" marL="0" rtl="0" algn="l">
              <a:spcBef>
                <a:spcPts val="1000"/>
              </a:spcBef>
              <a:spcAft>
                <a:spcPts val="0"/>
              </a:spcAft>
              <a:buSzPts val="925"/>
              <a:buNone/>
            </a:pPr>
            <a:r>
              <a:t/>
            </a:r>
            <a:endParaRPr sz="1025">
              <a:latin typeface="Inter"/>
              <a:ea typeface="Inter"/>
              <a:cs typeface="Inter"/>
              <a:sym typeface="Inter"/>
            </a:endParaRPr>
          </a:p>
        </p:txBody>
      </p:sp>
      <p:sp>
        <p:nvSpPr>
          <p:cNvPr id="1611" name="Google Shape;1611;p90"/>
          <p:cNvSpPr txBox="1"/>
          <p:nvPr>
            <p:ph type="title"/>
          </p:nvPr>
        </p:nvSpPr>
        <p:spPr>
          <a:xfrm flipH="1">
            <a:off x="1040750" y="334850"/>
            <a:ext cx="7581900" cy="882600"/>
          </a:xfrm>
          <a:prstGeom prst="rect">
            <a:avLst/>
          </a:prstGeom>
        </p:spPr>
        <p:txBody>
          <a:bodyPr anchorCtr="0" anchor="ctr" bIns="91425" lIns="274300" spcFirstLastPara="1" rIns="91425" wrap="square" tIns="91425">
            <a:noAutofit/>
          </a:bodyPr>
          <a:lstStyle/>
          <a:p>
            <a:pPr indent="0" lvl="0" marL="0" rtl="0" algn="l">
              <a:lnSpc>
                <a:spcPct val="90000"/>
              </a:lnSpc>
              <a:spcBef>
                <a:spcPts val="0"/>
              </a:spcBef>
              <a:spcAft>
                <a:spcPts val="0"/>
              </a:spcAft>
              <a:buSzPts val="3200"/>
              <a:buNone/>
            </a:pPr>
            <a:r>
              <a:rPr lang="en" sz="2300"/>
              <a:t>Classification Model Results (XGBoost) </a:t>
            </a:r>
            <a:endParaRPr sz="2300"/>
          </a:p>
        </p:txBody>
      </p:sp>
      <p:sp>
        <p:nvSpPr>
          <p:cNvPr id="1612" name="Google Shape;1612;p90"/>
          <p:cNvSpPr txBox="1"/>
          <p:nvPr/>
        </p:nvSpPr>
        <p:spPr>
          <a:xfrm>
            <a:off x="5018825" y="3979475"/>
            <a:ext cx="18615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rPr lang="en" sz="5500">
                <a:solidFill>
                  <a:schemeClr val="lt1"/>
                </a:solidFill>
                <a:latin typeface="Gowun Batang"/>
                <a:ea typeface="Gowun Batang"/>
                <a:cs typeface="Gowun Batang"/>
                <a:sym typeface="Gowun Batang"/>
              </a:rPr>
              <a:t>0.88</a:t>
            </a:r>
            <a:endParaRPr sz="5500">
              <a:solidFill>
                <a:schemeClr val="lt1"/>
              </a:solidFill>
              <a:latin typeface="Gowun Batang"/>
              <a:ea typeface="Gowun Batang"/>
              <a:cs typeface="Gowun Batang"/>
              <a:sym typeface="Gowun Batang"/>
            </a:endParaRPr>
          </a:p>
        </p:txBody>
      </p:sp>
      <p:cxnSp>
        <p:nvCxnSpPr>
          <p:cNvPr id="1613" name="Google Shape;1613;p90"/>
          <p:cNvCxnSpPr/>
          <p:nvPr/>
        </p:nvCxnSpPr>
        <p:spPr>
          <a:xfrm rot="10800000">
            <a:off x="5018900" y="3298575"/>
            <a:ext cx="4143000" cy="0"/>
          </a:xfrm>
          <a:prstGeom prst="straightConnector1">
            <a:avLst/>
          </a:prstGeom>
          <a:noFill/>
          <a:ln cap="flat" cmpd="sng" w="9525">
            <a:solidFill>
              <a:schemeClr val="lt1"/>
            </a:solidFill>
            <a:prstDash val="solid"/>
            <a:round/>
            <a:headEnd len="sm" w="sm" type="none"/>
            <a:tailEnd len="sm" w="sm" type="none"/>
          </a:ln>
        </p:spPr>
      </p:cxnSp>
      <p:sp>
        <p:nvSpPr>
          <p:cNvPr id="1614" name="Google Shape;1614;p90"/>
          <p:cNvSpPr txBox="1"/>
          <p:nvPr/>
        </p:nvSpPr>
        <p:spPr>
          <a:xfrm>
            <a:off x="5019302" y="3410975"/>
            <a:ext cx="1861500" cy="5685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lt1"/>
                </a:solidFill>
                <a:latin typeface="Inter SemiBold"/>
                <a:ea typeface="Inter SemiBold"/>
                <a:cs typeface="Inter SemiBold"/>
                <a:sym typeface="Inter SemiBold"/>
              </a:rPr>
              <a:t>Approximate Average Percision: </a:t>
            </a:r>
            <a:endParaRPr sz="1000">
              <a:solidFill>
                <a:schemeClr val="lt1"/>
              </a:solidFill>
              <a:latin typeface="Inter SemiBold"/>
              <a:ea typeface="Inter SemiBold"/>
              <a:cs typeface="Inter SemiBold"/>
              <a:sym typeface="Inter SemiBold"/>
            </a:endParaRPr>
          </a:p>
        </p:txBody>
      </p:sp>
      <p:sp>
        <p:nvSpPr>
          <p:cNvPr id="1615" name="Google Shape;1615;p90"/>
          <p:cNvSpPr txBox="1"/>
          <p:nvPr>
            <p:ph idx="3"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616" name="Google Shape;1616;p90"/>
          <p:cNvSpPr txBox="1"/>
          <p:nvPr>
            <p:ph idx="4" type="subTitle"/>
          </p:nvPr>
        </p:nvSpPr>
        <p:spPr>
          <a:xfrm>
            <a:off x="40911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
        <p:nvSpPr>
          <p:cNvPr id="1617" name="Google Shape;1617;p90"/>
          <p:cNvSpPr txBox="1"/>
          <p:nvPr/>
        </p:nvSpPr>
        <p:spPr>
          <a:xfrm>
            <a:off x="5058902" y="1307575"/>
            <a:ext cx="1861500" cy="5685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lt1"/>
                </a:solidFill>
                <a:latin typeface="Inter SemiBold"/>
                <a:ea typeface="Inter SemiBold"/>
                <a:cs typeface="Inter SemiBold"/>
                <a:sym typeface="Inter SemiBold"/>
              </a:rPr>
              <a:t>Approximate Recall: </a:t>
            </a:r>
            <a:endParaRPr sz="1000">
              <a:solidFill>
                <a:schemeClr val="lt1"/>
              </a:solidFill>
              <a:latin typeface="Inter SemiBold"/>
              <a:ea typeface="Inter SemiBold"/>
              <a:cs typeface="Inter SemiBold"/>
              <a:sym typeface="Inter SemiBold"/>
            </a:endParaRPr>
          </a:p>
        </p:txBody>
      </p:sp>
      <p:sp>
        <p:nvSpPr>
          <p:cNvPr id="1618" name="Google Shape;1618;p90"/>
          <p:cNvSpPr txBox="1"/>
          <p:nvPr/>
        </p:nvSpPr>
        <p:spPr>
          <a:xfrm>
            <a:off x="5149375" y="1876075"/>
            <a:ext cx="18615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rPr lang="en" sz="5500">
                <a:solidFill>
                  <a:schemeClr val="lt1"/>
                </a:solidFill>
                <a:latin typeface="Gowun Batang"/>
                <a:ea typeface="Gowun Batang"/>
                <a:cs typeface="Gowun Batang"/>
                <a:sym typeface="Gowun Batang"/>
              </a:rPr>
              <a:t>0.83</a:t>
            </a:r>
            <a:endParaRPr sz="5500">
              <a:solidFill>
                <a:schemeClr val="lt1"/>
              </a:solidFill>
              <a:latin typeface="Gowun Batang"/>
              <a:ea typeface="Gowun Batang"/>
              <a:cs typeface="Gowun Batang"/>
              <a:sym typeface="Gowun Batang"/>
            </a:endParaRPr>
          </a:p>
        </p:txBody>
      </p:sp>
      <p:sp>
        <p:nvSpPr>
          <p:cNvPr id="1619" name="Google Shape;1619;p90"/>
          <p:cNvSpPr txBox="1"/>
          <p:nvPr/>
        </p:nvSpPr>
        <p:spPr>
          <a:xfrm>
            <a:off x="7010877" y="1307575"/>
            <a:ext cx="1861500" cy="568500"/>
          </a:xfrm>
          <a:prstGeom prst="rect">
            <a:avLst/>
          </a:prstGeom>
          <a:noFill/>
          <a:ln>
            <a:noFill/>
          </a:ln>
        </p:spPr>
        <p:txBody>
          <a:bodyPr anchorCtr="0" anchor="ctr" bIns="0" lIns="182875" spcFirstLastPara="1" rIns="91425" wrap="square" tIns="0">
            <a:normAutofit/>
          </a:bodyPr>
          <a:lstStyle/>
          <a:p>
            <a:pPr indent="0" lvl="0" marL="0" marR="0" rtl="0" algn="l">
              <a:lnSpc>
                <a:spcPct val="100000"/>
              </a:lnSpc>
              <a:spcBef>
                <a:spcPts val="0"/>
              </a:spcBef>
              <a:spcAft>
                <a:spcPts val="0"/>
              </a:spcAft>
              <a:buClr>
                <a:srgbClr val="000000"/>
              </a:buClr>
              <a:buSzPts val="1000"/>
              <a:buFont typeface="Arial"/>
              <a:buNone/>
            </a:pPr>
            <a:r>
              <a:rPr lang="en" sz="1000">
                <a:solidFill>
                  <a:schemeClr val="lt1"/>
                </a:solidFill>
                <a:latin typeface="Inter SemiBold"/>
                <a:ea typeface="Inter SemiBold"/>
                <a:cs typeface="Inter SemiBold"/>
                <a:sym typeface="Inter SemiBold"/>
              </a:rPr>
              <a:t>Approximate F1:</a:t>
            </a:r>
            <a:endParaRPr sz="1000">
              <a:solidFill>
                <a:schemeClr val="lt1"/>
              </a:solidFill>
              <a:latin typeface="Inter SemiBold"/>
              <a:ea typeface="Inter SemiBold"/>
              <a:cs typeface="Inter SemiBold"/>
              <a:sym typeface="Inter SemiBold"/>
            </a:endParaRPr>
          </a:p>
        </p:txBody>
      </p:sp>
      <p:sp>
        <p:nvSpPr>
          <p:cNvPr id="1620" name="Google Shape;1620;p90"/>
          <p:cNvSpPr txBox="1"/>
          <p:nvPr/>
        </p:nvSpPr>
        <p:spPr>
          <a:xfrm>
            <a:off x="7010875" y="1876075"/>
            <a:ext cx="2032800" cy="997500"/>
          </a:xfrm>
          <a:prstGeom prst="rect">
            <a:avLst/>
          </a:prstGeom>
          <a:noFill/>
          <a:ln>
            <a:noFill/>
          </a:ln>
        </p:spPr>
        <p:txBody>
          <a:bodyPr anchorCtr="0" anchor="b" bIns="109725" lIns="182875" spcFirstLastPara="1" rIns="91425" wrap="square" tIns="91425">
            <a:noAutofit/>
          </a:bodyPr>
          <a:lstStyle/>
          <a:p>
            <a:pPr indent="0" lvl="0" marL="0" marR="0" rtl="0" algn="l">
              <a:lnSpc>
                <a:spcPct val="100000"/>
              </a:lnSpc>
              <a:spcBef>
                <a:spcPts val="0"/>
              </a:spcBef>
              <a:spcAft>
                <a:spcPts val="0"/>
              </a:spcAft>
              <a:buClr>
                <a:srgbClr val="000000"/>
              </a:buClr>
              <a:buSzPts val="5500"/>
              <a:buFont typeface="Arial"/>
              <a:buNone/>
            </a:pPr>
            <a:r>
              <a:rPr lang="en" sz="5500">
                <a:solidFill>
                  <a:schemeClr val="lt1"/>
                </a:solidFill>
                <a:latin typeface="Gowun Batang"/>
                <a:ea typeface="Gowun Batang"/>
                <a:cs typeface="Gowun Batang"/>
                <a:sym typeface="Gowun Batang"/>
              </a:rPr>
              <a:t>0.79</a:t>
            </a:r>
            <a:endParaRPr sz="5500">
              <a:solidFill>
                <a:schemeClr val="lt1"/>
              </a:solidFill>
              <a:latin typeface="Gowun Batang"/>
              <a:ea typeface="Gowun Batang"/>
              <a:cs typeface="Gowun Batang"/>
              <a:sym typeface="Gowun Batang"/>
            </a:endParaRPr>
          </a:p>
        </p:txBody>
      </p:sp>
      <p:sp>
        <p:nvSpPr>
          <p:cNvPr id="1621" name="Google Shape;1621;p90"/>
          <p:cNvSpPr txBox="1"/>
          <p:nvPr/>
        </p:nvSpPr>
        <p:spPr>
          <a:xfrm>
            <a:off x="7010875" y="3426825"/>
            <a:ext cx="2032800" cy="16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Gowun Batang"/>
              <a:ea typeface="Gowun Batang"/>
              <a:cs typeface="Gowun Batang"/>
              <a:sym typeface="Gowun Batang"/>
            </a:endParaRPr>
          </a:p>
          <a:p>
            <a:pPr indent="0" lvl="0" marL="0" rtl="0" algn="l">
              <a:spcBef>
                <a:spcPts val="0"/>
              </a:spcBef>
              <a:spcAft>
                <a:spcPts val="0"/>
              </a:spcAft>
              <a:buNone/>
            </a:pPr>
            <a:r>
              <a:rPr lang="en" sz="1200">
                <a:solidFill>
                  <a:schemeClr val="lt1"/>
                </a:solidFill>
                <a:latin typeface="Gowun Batang"/>
                <a:ea typeface="Gowun Batang"/>
                <a:cs typeface="Gowun Batang"/>
                <a:sym typeface="Gowun Batang"/>
              </a:rPr>
              <a:t>This model was chosen as the optimal model due to it having the best balance of percision and recall. It also has the ability to capture nonlinear relationships. </a:t>
            </a:r>
            <a:endParaRPr sz="1200">
              <a:solidFill>
                <a:schemeClr val="lt1"/>
              </a:solidFill>
              <a:latin typeface="Gowun Batang"/>
              <a:ea typeface="Gowun Batang"/>
              <a:cs typeface="Gowun Batang"/>
              <a:sym typeface="Gowun Batang"/>
            </a:endParaRPr>
          </a:p>
        </p:txBody>
      </p:sp>
      <p:cxnSp>
        <p:nvCxnSpPr>
          <p:cNvPr id="1622" name="Google Shape;1622;p90"/>
          <p:cNvCxnSpPr/>
          <p:nvPr/>
        </p:nvCxnSpPr>
        <p:spPr>
          <a:xfrm>
            <a:off x="6920400" y="3298575"/>
            <a:ext cx="0" cy="18639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pic>
        <p:nvPicPr>
          <p:cNvPr id="1627" name="Google Shape;1627;p91"/>
          <p:cNvPicPr preferRelativeResize="0"/>
          <p:nvPr/>
        </p:nvPicPr>
        <p:blipFill>
          <a:blip r:embed="rId3">
            <a:alphaModFix/>
          </a:blip>
          <a:stretch>
            <a:fillRect/>
          </a:stretch>
        </p:blipFill>
        <p:spPr>
          <a:xfrm>
            <a:off x="1744776" y="0"/>
            <a:ext cx="5654434"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1" name="Shape 1631"/>
        <p:cNvGrpSpPr/>
        <p:nvPr/>
      </p:nvGrpSpPr>
      <p:grpSpPr>
        <a:xfrm>
          <a:off x="0" y="0"/>
          <a:ext cx="0" cy="0"/>
          <a:chOff x="0" y="0"/>
          <a:chExt cx="0" cy="0"/>
        </a:xfrm>
      </p:grpSpPr>
      <p:sp>
        <p:nvSpPr>
          <p:cNvPr id="1632" name="Google Shape;1632;p9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spcBef>
                <a:spcPts val="0"/>
              </a:spcBef>
              <a:spcAft>
                <a:spcPts val="0"/>
              </a:spcAft>
              <a:buNone/>
            </a:pPr>
            <a:r>
              <a:rPr lang="en"/>
              <a:t>2026</a:t>
            </a:r>
            <a:endParaRPr/>
          </a:p>
        </p:txBody>
      </p:sp>
      <p:sp>
        <p:nvSpPr>
          <p:cNvPr id="1633" name="Google Shape;1633;p92"/>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p>
            <a:pPr indent="0" lvl="0" marL="0" rtl="0" algn="l">
              <a:spcBef>
                <a:spcPts val="0"/>
              </a:spcBef>
              <a:spcAft>
                <a:spcPts val="0"/>
              </a:spcAft>
              <a:buNone/>
            </a:pPr>
            <a:r>
              <a:rPr lang="en"/>
              <a:t>HOLC Equity Analysis</a:t>
            </a:r>
            <a:endParaRPr/>
          </a:p>
        </p:txBody>
      </p:sp>
      <p:sp>
        <p:nvSpPr>
          <p:cNvPr id="1634" name="Google Shape;1634;p92"/>
          <p:cNvSpPr txBox="1"/>
          <p:nvPr>
            <p:ph idx="7" type="subTitle"/>
          </p:nvPr>
        </p:nvSpPr>
        <p:spPr>
          <a:xfrm>
            <a:off x="1041050" y="334925"/>
            <a:ext cx="7581900" cy="329700"/>
          </a:xfrm>
          <a:prstGeom prst="rect">
            <a:avLst/>
          </a:prstGeom>
        </p:spPr>
        <p:txBody>
          <a:bodyPr anchorCtr="0" anchor="ctr" bIns="0" lIns="274300" spcFirstLastPara="1" rIns="91425" wrap="square" tIns="91425">
            <a:normAutofit/>
          </a:bodyPr>
          <a:lstStyle/>
          <a:p>
            <a:pPr indent="0" lvl="0" marL="0" rtl="0" algn="l">
              <a:spcBef>
                <a:spcPts val="0"/>
              </a:spcBef>
              <a:spcAft>
                <a:spcPts val="0"/>
              </a:spcAft>
              <a:buNone/>
            </a:pPr>
            <a:r>
              <a:rPr lang="en"/>
              <a:t>House Unaffordability &amp; Displacement Risk</a:t>
            </a:r>
            <a:endParaRPr/>
          </a:p>
        </p:txBody>
      </p:sp>
      <p:sp>
        <p:nvSpPr>
          <p:cNvPr id="1635" name="Google Shape;1635;p92"/>
          <p:cNvSpPr txBox="1"/>
          <p:nvPr>
            <p:ph idx="26" type="body"/>
          </p:nvPr>
        </p:nvSpPr>
        <p:spPr>
          <a:xfrm>
            <a:off x="1324750" y="1547875"/>
            <a:ext cx="7389000" cy="769500"/>
          </a:xfrm>
          <a:prstGeom prst="rect">
            <a:avLst/>
          </a:prstGeom>
        </p:spPr>
        <p:txBody>
          <a:bodyPr anchorCtr="0" anchor="t" bIns="0" lIns="0" spcFirstLastPara="1" rIns="0" wrap="square" tIns="0">
            <a:spAutoFit/>
          </a:bodyPr>
          <a:lstStyle/>
          <a:p>
            <a:pPr indent="0" lvl="0" marL="0" rtl="0" algn="l">
              <a:lnSpc>
                <a:spcPct val="200000"/>
              </a:lnSpc>
              <a:spcBef>
                <a:spcPts val="0"/>
              </a:spcBef>
              <a:spcAft>
                <a:spcPts val="0"/>
              </a:spcAft>
              <a:buNone/>
            </a:pPr>
            <a:r>
              <a:rPr lang="en"/>
              <a:t>We also took time to examine whether historical redlining still had any impact on present-day housing outcomes. We found that neighborhoods historically graded C and D had significantly higher housing burden and displacement risk compared to neighborhoods graded A and B.</a:t>
            </a:r>
            <a:endParaRPr/>
          </a:p>
        </p:txBody>
      </p:sp>
      <p:cxnSp>
        <p:nvCxnSpPr>
          <p:cNvPr id="1636" name="Google Shape;1636;p92"/>
          <p:cNvCxnSpPr/>
          <p:nvPr/>
        </p:nvCxnSpPr>
        <p:spPr>
          <a:xfrm>
            <a:off x="1045950" y="334900"/>
            <a:ext cx="8098500" cy="0"/>
          </a:xfrm>
          <a:prstGeom prst="straightConnector1">
            <a:avLst/>
          </a:prstGeom>
          <a:noFill/>
          <a:ln cap="flat" cmpd="sng" w="9525">
            <a:solidFill>
              <a:schemeClr val="accent6"/>
            </a:solidFill>
            <a:prstDash val="solid"/>
            <a:round/>
            <a:headEnd len="sm" w="sm" type="none"/>
            <a:tailEnd len="sm" w="sm" type="none"/>
          </a:ln>
        </p:spPr>
      </p:cxnSp>
      <p:grpSp>
        <p:nvGrpSpPr>
          <p:cNvPr id="1637" name="Google Shape;1637;p92"/>
          <p:cNvGrpSpPr/>
          <p:nvPr/>
        </p:nvGrpSpPr>
        <p:grpSpPr>
          <a:xfrm rot="5400000">
            <a:off x="596727" y="776873"/>
            <a:ext cx="369896" cy="333900"/>
            <a:chOff x="96076" y="654376"/>
            <a:chExt cx="369896" cy="333900"/>
          </a:xfrm>
        </p:grpSpPr>
        <p:cxnSp>
          <p:nvCxnSpPr>
            <p:cNvPr id="1638" name="Google Shape;1638;p92"/>
            <p:cNvCxnSpPr/>
            <p:nvPr/>
          </p:nvCxnSpPr>
          <p:spPr>
            <a:xfrm rot="5400000">
              <a:off x="113975" y="821326"/>
              <a:ext cx="333900" cy="0"/>
            </a:xfrm>
            <a:prstGeom prst="straightConnector1">
              <a:avLst/>
            </a:prstGeom>
            <a:noFill/>
            <a:ln cap="flat" cmpd="sng" w="19050">
              <a:solidFill>
                <a:schemeClr val="accent3"/>
              </a:solidFill>
              <a:prstDash val="solid"/>
              <a:round/>
              <a:headEnd len="sm" w="sm" type="none"/>
              <a:tailEnd len="sm" w="sm" type="none"/>
            </a:ln>
          </p:spPr>
        </p:cxnSp>
        <p:sp>
          <p:nvSpPr>
            <p:cNvPr id="1639" name="Google Shape;1639;p9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40" name="Google Shape;1640;p9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641" name="Google Shape;1641;p92"/>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642" name="Google Shape;1642;p92"/>
          <p:cNvCxnSpPr/>
          <p:nvPr/>
        </p:nvCxnSpPr>
        <p:spPr>
          <a:xfrm>
            <a:off x="1045950" y="1307575"/>
            <a:ext cx="8098500" cy="0"/>
          </a:xfrm>
          <a:prstGeom prst="straightConnector1">
            <a:avLst/>
          </a:prstGeom>
          <a:noFill/>
          <a:ln cap="flat" cmpd="sng" w="9525">
            <a:solidFill>
              <a:schemeClr val="accent6"/>
            </a:solidFill>
            <a:prstDash val="solid"/>
            <a:round/>
            <a:headEnd len="sm" w="sm" type="none"/>
            <a:tailEnd len="sm" w="sm" type="none"/>
          </a:ln>
        </p:spPr>
      </p:cxnSp>
      <p:cxnSp>
        <p:nvCxnSpPr>
          <p:cNvPr id="1643" name="Google Shape;1643;p92"/>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
        <p:nvSpPr>
          <p:cNvPr id="1644" name="Google Shape;1644;p92"/>
          <p:cNvSpPr txBox="1"/>
          <p:nvPr>
            <p:ph idx="2"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645" name="Google Shape;1645;p92"/>
          <p:cNvSpPr txBox="1"/>
          <p:nvPr>
            <p:ph idx="3" type="subTitle"/>
          </p:nvPr>
        </p:nvSpPr>
        <p:spPr>
          <a:xfrm>
            <a:off x="40911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cxnSp>
        <p:nvCxnSpPr>
          <p:cNvPr id="1646" name="Google Shape;1646;p92"/>
          <p:cNvCxnSpPr/>
          <p:nvPr/>
        </p:nvCxnSpPr>
        <p:spPr>
          <a:xfrm>
            <a:off x="1042100" y="2801675"/>
            <a:ext cx="8098500" cy="0"/>
          </a:xfrm>
          <a:prstGeom prst="straightConnector1">
            <a:avLst/>
          </a:prstGeom>
          <a:noFill/>
          <a:ln cap="flat" cmpd="sng" w="9525">
            <a:solidFill>
              <a:schemeClr val="accent6"/>
            </a:solidFill>
            <a:prstDash val="solid"/>
            <a:round/>
            <a:headEnd len="sm" w="sm" type="none"/>
            <a:tailEnd len="sm" w="sm" type="none"/>
          </a:ln>
        </p:spPr>
      </p:cxnSp>
      <p:cxnSp>
        <p:nvCxnSpPr>
          <p:cNvPr id="1647" name="Google Shape;1647;p92"/>
          <p:cNvCxnSpPr/>
          <p:nvPr/>
        </p:nvCxnSpPr>
        <p:spPr>
          <a:xfrm>
            <a:off x="1042100" y="3243275"/>
            <a:ext cx="8098500" cy="0"/>
          </a:xfrm>
          <a:prstGeom prst="straightConnector1">
            <a:avLst/>
          </a:prstGeom>
          <a:noFill/>
          <a:ln cap="flat" cmpd="sng" w="9525">
            <a:solidFill>
              <a:schemeClr val="accent6"/>
            </a:solidFill>
            <a:prstDash val="solid"/>
            <a:round/>
            <a:headEnd len="sm" w="sm" type="none"/>
            <a:tailEnd len="sm" w="sm" type="none"/>
          </a:ln>
        </p:spPr>
      </p:cxnSp>
      <p:sp>
        <p:nvSpPr>
          <p:cNvPr id="1648" name="Google Shape;1648;p92"/>
          <p:cNvSpPr txBox="1"/>
          <p:nvPr>
            <p:ph idx="26" type="body"/>
          </p:nvPr>
        </p:nvSpPr>
        <p:spPr>
          <a:xfrm>
            <a:off x="1396850" y="3495525"/>
            <a:ext cx="7389000" cy="1077600"/>
          </a:xfrm>
          <a:prstGeom prst="rect">
            <a:avLst/>
          </a:prstGeom>
        </p:spPr>
        <p:txBody>
          <a:bodyPr anchorCtr="0" anchor="t" bIns="0" lIns="0" spcFirstLastPara="1" rIns="0" wrap="square" tIns="0">
            <a:spAutoFit/>
          </a:bodyPr>
          <a:lstStyle/>
          <a:p>
            <a:pPr indent="0" lvl="0" marL="0" rtl="0" algn="l">
              <a:lnSpc>
                <a:spcPct val="200000"/>
              </a:lnSpc>
              <a:spcBef>
                <a:spcPts val="0"/>
              </a:spcBef>
              <a:spcAft>
                <a:spcPts val="0"/>
              </a:spcAft>
              <a:buNone/>
            </a:pPr>
            <a:r>
              <a:rPr lang="en"/>
              <a:t>A p-value less than 0.05 means the differences in neighborhood grades are unlikely to be due be random, therefore we can treat it to be meaningful. Most importantly HOLC grade was not used in our models, however, the patterns still appeared. The patterns suggested that the historical inequalities due to redlining are still reflected in current-day socioeconomic conditions. </a:t>
            </a:r>
            <a:endParaRPr/>
          </a:p>
        </p:txBody>
      </p:sp>
      <p:sp>
        <p:nvSpPr>
          <p:cNvPr id="1649" name="Google Shape;1649;p92"/>
          <p:cNvSpPr txBox="1"/>
          <p:nvPr/>
        </p:nvSpPr>
        <p:spPr>
          <a:xfrm>
            <a:off x="2068875" y="2898475"/>
            <a:ext cx="5622900" cy="24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Inter"/>
                <a:ea typeface="Inter"/>
                <a:cs typeface="Inter"/>
                <a:sym typeface="Inter"/>
              </a:rPr>
              <a:t>P-value was shown to be less than 0.05 -&gt; statistically significant</a:t>
            </a:r>
            <a:endParaRPr sz="1000">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grpSp>
        <p:nvGrpSpPr>
          <p:cNvPr id="1654" name="Google Shape;1654;p93"/>
          <p:cNvGrpSpPr/>
          <p:nvPr/>
        </p:nvGrpSpPr>
        <p:grpSpPr>
          <a:xfrm rot="5400000">
            <a:off x="593777" y="609198"/>
            <a:ext cx="369896" cy="333900"/>
            <a:chOff x="96076" y="654376"/>
            <a:chExt cx="369896" cy="333900"/>
          </a:xfrm>
        </p:grpSpPr>
        <p:cxnSp>
          <p:nvCxnSpPr>
            <p:cNvPr id="1655" name="Google Shape;1655;p9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656" name="Google Shape;1656;p9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657" name="Google Shape;1657;p9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1658" name="Google Shape;1658;p93"/>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59" name="Google Shape;1659;p9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60" name="Google Shape;1660;p93"/>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cxnSp>
        <p:nvCxnSpPr>
          <p:cNvPr id="1661" name="Google Shape;1661;p9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sp>
        <p:nvSpPr>
          <p:cNvPr id="1662" name="Google Shape;1662;p93"/>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2026</a:t>
            </a:r>
            <a:endParaRPr/>
          </a:p>
        </p:txBody>
      </p:sp>
      <p:sp>
        <p:nvSpPr>
          <p:cNvPr id="1663" name="Google Shape;1663;p93"/>
          <p:cNvSpPr txBox="1"/>
          <p:nvPr>
            <p:ph idx="1" type="body"/>
          </p:nvPr>
        </p:nvSpPr>
        <p:spPr>
          <a:xfrm>
            <a:off x="1040700" y="1940825"/>
            <a:ext cx="3977100" cy="2092800"/>
          </a:xfrm>
          <a:prstGeom prst="rect">
            <a:avLst/>
          </a:prstGeom>
          <a:ln cap="flat" cmpd="sng" w="9525">
            <a:solidFill>
              <a:schemeClr val="lt1"/>
            </a:solidFill>
            <a:prstDash val="solid"/>
            <a:round/>
            <a:headEnd len="sm" w="sm" type="none"/>
            <a:tailEnd len="sm" w="sm" type="none"/>
          </a:ln>
        </p:spPr>
        <p:txBody>
          <a:bodyPr anchorCtr="0" anchor="t" bIns="91425" lIns="274300" spcFirstLastPara="1" rIns="91425" wrap="square" tIns="274300">
            <a:noAutofit/>
          </a:bodyPr>
          <a:lstStyle/>
          <a:p>
            <a:pPr indent="0" lvl="0" marL="0" rtl="0" algn="l">
              <a:lnSpc>
                <a:spcPct val="200000"/>
              </a:lnSpc>
              <a:spcBef>
                <a:spcPts val="1000"/>
              </a:spcBef>
              <a:spcAft>
                <a:spcPts val="0"/>
              </a:spcAft>
              <a:buSzPts val="925"/>
              <a:buNone/>
            </a:pPr>
            <a:r>
              <a:rPr lang="en" sz="1118">
                <a:latin typeface="Inter"/>
                <a:ea typeface="Inter"/>
                <a:cs typeface="Inter"/>
                <a:sym typeface="Inter"/>
              </a:rPr>
              <a:t>Best performing models:</a:t>
            </a:r>
            <a:endParaRPr sz="1118">
              <a:latin typeface="Inter"/>
              <a:ea typeface="Inter"/>
              <a:cs typeface="Inter"/>
              <a:sym typeface="Inter"/>
            </a:endParaRPr>
          </a:p>
          <a:p>
            <a:pPr indent="-299561" lvl="0" marL="457200" rtl="0" algn="l">
              <a:lnSpc>
                <a:spcPct val="200000"/>
              </a:lnSpc>
              <a:spcBef>
                <a:spcPts val="1000"/>
              </a:spcBef>
              <a:spcAft>
                <a:spcPts val="0"/>
              </a:spcAft>
              <a:buSzPts val="1118"/>
              <a:buFont typeface="Inter"/>
              <a:buChar char="●"/>
            </a:pPr>
            <a:r>
              <a:rPr lang="en" sz="1118">
                <a:latin typeface="Inter"/>
                <a:ea typeface="Inter"/>
                <a:cs typeface="Inter"/>
                <a:sym typeface="Inter"/>
              </a:rPr>
              <a:t>Generalized Additive Model (GAM)</a:t>
            </a:r>
            <a:endParaRPr sz="1118">
              <a:latin typeface="Inter"/>
              <a:ea typeface="Inter"/>
              <a:cs typeface="Inter"/>
              <a:sym typeface="Inter"/>
            </a:endParaRPr>
          </a:p>
          <a:p>
            <a:pPr indent="-299561" lvl="0" marL="457200" rtl="0" algn="l">
              <a:lnSpc>
                <a:spcPct val="200000"/>
              </a:lnSpc>
              <a:spcBef>
                <a:spcPts val="0"/>
              </a:spcBef>
              <a:spcAft>
                <a:spcPts val="0"/>
              </a:spcAft>
              <a:buSzPts val="1118"/>
              <a:buFont typeface="Inter"/>
              <a:buChar char="●"/>
            </a:pPr>
            <a:r>
              <a:rPr lang="en" sz="1118">
                <a:latin typeface="Inter"/>
                <a:ea typeface="Inter"/>
                <a:cs typeface="Inter"/>
                <a:sym typeface="Inter"/>
              </a:rPr>
              <a:t>XGboost Model</a:t>
            </a:r>
            <a:endParaRPr sz="1118">
              <a:latin typeface="Inter"/>
              <a:ea typeface="Inter"/>
              <a:cs typeface="Inter"/>
              <a:sym typeface="Inter"/>
            </a:endParaRPr>
          </a:p>
          <a:p>
            <a:pPr indent="0" lvl="0" marL="0" rtl="0" algn="l">
              <a:lnSpc>
                <a:spcPct val="200000"/>
              </a:lnSpc>
              <a:spcBef>
                <a:spcPts val="1000"/>
              </a:spcBef>
              <a:spcAft>
                <a:spcPts val="0"/>
              </a:spcAft>
              <a:buNone/>
            </a:pPr>
            <a:r>
              <a:rPr lang="en" sz="1118">
                <a:latin typeface="Inter"/>
                <a:ea typeface="Inter"/>
                <a:cs typeface="Inter"/>
                <a:sym typeface="Inter"/>
              </a:rPr>
              <a:t>These models provided strong predictive performance to help identify high-risk areas. </a:t>
            </a:r>
            <a:endParaRPr sz="1118">
              <a:latin typeface="Inter"/>
              <a:ea typeface="Inter"/>
              <a:cs typeface="Inter"/>
              <a:sym typeface="Inter"/>
            </a:endParaRPr>
          </a:p>
          <a:p>
            <a:pPr indent="0" lvl="0" marL="0" rtl="0" algn="l">
              <a:lnSpc>
                <a:spcPct val="200000"/>
              </a:lnSpc>
              <a:spcBef>
                <a:spcPts val="1000"/>
              </a:spcBef>
              <a:spcAft>
                <a:spcPts val="0"/>
              </a:spcAft>
              <a:buSzPts val="925"/>
              <a:buNone/>
            </a:pPr>
            <a:r>
              <a:t/>
            </a:r>
            <a:endParaRPr sz="1025">
              <a:latin typeface="Inter"/>
              <a:ea typeface="Inter"/>
              <a:cs typeface="Inter"/>
              <a:sym typeface="Inter"/>
            </a:endParaRPr>
          </a:p>
          <a:p>
            <a:pPr indent="0" lvl="0" marL="0" rtl="0" algn="l">
              <a:spcBef>
                <a:spcPts val="1000"/>
              </a:spcBef>
              <a:spcAft>
                <a:spcPts val="0"/>
              </a:spcAft>
              <a:buSzPts val="925"/>
              <a:buNone/>
            </a:pPr>
            <a:r>
              <a:t/>
            </a:r>
            <a:endParaRPr sz="1025">
              <a:latin typeface="Inter"/>
              <a:ea typeface="Inter"/>
              <a:cs typeface="Inter"/>
              <a:sym typeface="Inter"/>
            </a:endParaRPr>
          </a:p>
        </p:txBody>
      </p:sp>
      <p:sp>
        <p:nvSpPr>
          <p:cNvPr id="1664" name="Google Shape;1664;p93"/>
          <p:cNvSpPr txBox="1"/>
          <p:nvPr>
            <p:ph type="title"/>
          </p:nvPr>
        </p:nvSpPr>
        <p:spPr>
          <a:xfrm flipH="1">
            <a:off x="1040750" y="334850"/>
            <a:ext cx="7581900" cy="882600"/>
          </a:xfrm>
          <a:prstGeom prst="rect">
            <a:avLst/>
          </a:prstGeom>
        </p:spPr>
        <p:txBody>
          <a:bodyPr anchorCtr="0" anchor="ctr" bIns="91425" lIns="274300" spcFirstLastPara="1" rIns="91425" wrap="square" tIns="91425">
            <a:noAutofit/>
          </a:bodyPr>
          <a:lstStyle/>
          <a:p>
            <a:pPr indent="0" lvl="0" marL="0" rtl="0" algn="l">
              <a:lnSpc>
                <a:spcPct val="90000"/>
              </a:lnSpc>
              <a:spcBef>
                <a:spcPts val="0"/>
              </a:spcBef>
              <a:spcAft>
                <a:spcPts val="0"/>
              </a:spcAft>
              <a:buSzPts val="3200"/>
              <a:buNone/>
            </a:pPr>
            <a:r>
              <a:rPr lang="en" sz="2300"/>
              <a:t>Conclusion </a:t>
            </a:r>
            <a:endParaRPr sz="2300"/>
          </a:p>
        </p:txBody>
      </p:sp>
      <p:sp>
        <p:nvSpPr>
          <p:cNvPr id="1665" name="Google Shape;1665;p93"/>
          <p:cNvSpPr txBox="1"/>
          <p:nvPr>
            <p:ph idx="3" type="subTitle"/>
          </p:nvPr>
        </p:nvSpPr>
        <p:spPr>
          <a:xfrm>
            <a:off x="1040700" y="-175"/>
            <a:ext cx="4735200" cy="369900"/>
          </a:xfrm>
          <a:prstGeom prst="rect">
            <a:avLst/>
          </a:prstGeom>
        </p:spPr>
        <p:txBody>
          <a:bodyPr anchorCtr="0" anchor="ctr" bIns="91425" lIns="274300" spcFirstLastPara="1" rIns="91425" wrap="square" tIns="91425">
            <a:normAutofit/>
          </a:bodyPr>
          <a:lstStyle/>
          <a:p>
            <a:pPr indent="0" lvl="0" marL="0" rtl="0" algn="l">
              <a:lnSpc>
                <a:spcPct val="115000"/>
              </a:lnSpc>
              <a:spcBef>
                <a:spcPts val="0"/>
              </a:spcBef>
              <a:spcAft>
                <a:spcPts val="0"/>
              </a:spcAft>
              <a:buSzPts val="800"/>
              <a:buNone/>
            </a:pPr>
            <a:r>
              <a:rPr lang="en"/>
              <a:t>Ayia Boutanassa, Brady Dunn, Bryce Jackson, Eric Testen, Garrison High</a:t>
            </a:r>
            <a:endParaRPr/>
          </a:p>
        </p:txBody>
      </p:sp>
      <p:sp>
        <p:nvSpPr>
          <p:cNvPr id="1666" name="Google Shape;1666;p93"/>
          <p:cNvSpPr txBox="1"/>
          <p:nvPr>
            <p:ph idx="4" type="subTitle"/>
          </p:nvPr>
        </p:nvSpPr>
        <p:spPr>
          <a:xfrm>
            <a:off x="4091100" y="-175"/>
            <a:ext cx="2682600" cy="335100"/>
          </a:xfrm>
          <a:prstGeom prst="rect">
            <a:avLst/>
          </a:prstGeom>
        </p:spPr>
        <p:txBody>
          <a:bodyPr anchorCtr="0" anchor="ctr" bIns="91425" lIns="91425" spcFirstLastPara="1" rIns="274300" wrap="square" tIns="91425">
            <a:normAutofit/>
          </a:bodyPr>
          <a:lstStyle/>
          <a:p>
            <a:pPr indent="0" lvl="0" marL="0" rtl="0" algn="r">
              <a:lnSpc>
                <a:spcPct val="115000"/>
              </a:lnSpc>
              <a:spcBef>
                <a:spcPts val="0"/>
              </a:spcBef>
              <a:spcAft>
                <a:spcPts val="0"/>
              </a:spcAft>
              <a:buSzPts val="800"/>
              <a:buNone/>
            </a:pPr>
            <a:r>
              <a:rPr lang="en"/>
              <a:t>05/04</a:t>
            </a:r>
            <a:endParaRPr/>
          </a:p>
        </p:txBody>
      </p:sp>
      <p:sp>
        <p:nvSpPr>
          <p:cNvPr id="1667" name="Google Shape;1667;p93"/>
          <p:cNvSpPr txBox="1"/>
          <p:nvPr>
            <p:ph idx="1" type="body"/>
          </p:nvPr>
        </p:nvSpPr>
        <p:spPr>
          <a:xfrm>
            <a:off x="5017800" y="1940825"/>
            <a:ext cx="4125900" cy="2092800"/>
          </a:xfrm>
          <a:prstGeom prst="rect">
            <a:avLst/>
          </a:prstGeom>
          <a:ln cap="flat" cmpd="sng" w="9525">
            <a:solidFill>
              <a:schemeClr val="lt1"/>
            </a:solidFill>
            <a:prstDash val="solid"/>
            <a:round/>
            <a:headEnd len="sm" w="sm" type="none"/>
            <a:tailEnd len="sm" w="sm" type="none"/>
          </a:ln>
        </p:spPr>
        <p:txBody>
          <a:bodyPr anchorCtr="0" anchor="t" bIns="91425" lIns="274300" spcFirstLastPara="1" rIns="91425" wrap="square" tIns="274300">
            <a:noAutofit/>
          </a:bodyPr>
          <a:lstStyle/>
          <a:p>
            <a:pPr indent="0" lvl="0" marL="0" rtl="0" algn="l">
              <a:lnSpc>
                <a:spcPct val="200000"/>
              </a:lnSpc>
              <a:spcBef>
                <a:spcPts val="1000"/>
              </a:spcBef>
              <a:spcAft>
                <a:spcPts val="0"/>
              </a:spcAft>
              <a:buNone/>
            </a:pPr>
            <a:r>
              <a:rPr lang="en" sz="1118">
                <a:latin typeface="Inter"/>
                <a:ea typeface="Inter"/>
                <a:cs typeface="Inter"/>
                <a:sym typeface="Inter"/>
              </a:rPr>
              <a:t>We found evidence that  historical redlining mapping that was initiated in order to mark </a:t>
            </a:r>
            <a:r>
              <a:rPr lang="en" sz="1118">
                <a:latin typeface="Inter"/>
                <a:ea typeface="Inter"/>
                <a:cs typeface="Inter"/>
                <a:sym typeface="Inter"/>
              </a:rPr>
              <a:t>hazardous</a:t>
            </a:r>
            <a:r>
              <a:rPr lang="en" sz="1118">
                <a:latin typeface="Inter"/>
                <a:ea typeface="Inter"/>
                <a:cs typeface="Inter"/>
                <a:sym typeface="Inter"/>
              </a:rPr>
              <a:t> neighborhoods in terms of investment still shows impact on current-day neighborhoods. </a:t>
            </a:r>
            <a:endParaRPr sz="1118">
              <a:latin typeface="Inter"/>
              <a:ea typeface="Inter"/>
              <a:cs typeface="Inter"/>
              <a:sym typeface="Inter"/>
            </a:endParaRPr>
          </a:p>
          <a:p>
            <a:pPr indent="0" lvl="0" marL="0" rtl="0" algn="l">
              <a:lnSpc>
                <a:spcPct val="200000"/>
              </a:lnSpc>
              <a:spcBef>
                <a:spcPts val="1000"/>
              </a:spcBef>
              <a:spcAft>
                <a:spcPts val="0"/>
              </a:spcAft>
              <a:buSzPts val="925"/>
              <a:buNone/>
            </a:pPr>
            <a:r>
              <a:t/>
            </a:r>
            <a:endParaRPr sz="1025">
              <a:latin typeface="Inter"/>
              <a:ea typeface="Inter"/>
              <a:cs typeface="Inter"/>
              <a:sym typeface="Inter"/>
            </a:endParaRPr>
          </a:p>
          <a:p>
            <a:pPr indent="0" lvl="0" marL="0" rtl="0" algn="l">
              <a:spcBef>
                <a:spcPts val="1000"/>
              </a:spcBef>
              <a:spcAft>
                <a:spcPts val="0"/>
              </a:spcAft>
              <a:buSzPts val="925"/>
              <a:buNone/>
            </a:pPr>
            <a:r>
              <a:t/>
            </a:r>
            <a:endParaRPr sz="1025">
              <a:latin typeface="Inter"/>
              <a:ea typeface="Inter"/>
              <a:cs typeface="Inter"/>
              <a:sym typeface="Inter"/>
            </a:endParaRPr>
          </a:p>
        </p:txBody>
      </p:sp>
      <p:sp>
        <p:nvSpPr>
          <p:cNvPr id="1668" name="Google Shape;1668;p93"/>
          <p:cNvSpPr txBox="1"/>
          <p:nvPr/>
        </p:nvSpPr>
        <p:spPr>
          <a:xfrm>
            <a:off x="1546525" y="1382650"/>
            <a:ext cx="6974700" cy="33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Inter"/>
                <a:ea typeface="Inter"/>
                <a:cs typeface="Inter"/>
                <a:sym typeface="Inter"/>
              </a:rPr>
              <a:t>We learned that housing burden is strongly tied to income, home ownership, and nieghborhood characteristics.</a:t>
            </a:r>
            <a:endParaRPr sz="1000">
              <a:solidFill>
                <a:schemeClr val="lt1"/>
              </a:solidFill>
              <a:latin typeface="Inter"/>
              <a:ea typeface="Inter"/>
              <a:cs typeface="Inter"/>
              <a:sym typeface="Inter"/>
            </a:endParaRPr>
          </a:p>
        </p:txBody>
      </p:sp>
      <p:sp>
        <p:nvSpPr>
          <p:cNvPr id="1669" name="Google Shape;1669;p93"/>
          <p:cNvSpPr txBox="1"/>
          <p:nvPr/>
        </p:nvSpPr>
        <p:spPr>
          <a:xfrm>
            <a:off x="1720650" y="4260650"/>
            <a:ext cx="6974700" cy="6510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200000"/>
              </a:lnSpc>
              <a:spcBef>
                <a:spcPts val="1000"/>
              </a:spcBef>
              <a:spcAft>
                <a:spcPts val="0"/>
              </a:spcAft>
              <a:buClr>
                <a:srgbClr val="000000"/>
              </a:buClr>
              <a:buSzPts val="925"/>
              <a:buFont typeface="Arial"/>
              <a:buNone/>
            </a:pPr>
            <a:r>
              <a:rPr lang="en" sz="1125">
                <a:solidFill>
                  <a:schemeClr val="lt1"/>
                </a:solidFill>
                <a:latin typeface="Inter"/>
                <a:ea typeface="Inter"/>
                <a:cs typeface="Inter"/>
                <a:sym typeface="Inter"/>
              </a:rPr>
              <a:t>However, our analysis is still limited by cross-sectional data and does not establish causation. Only association can be established. </a:t>
            </a:r>
            <a:endParaRPr sz="1300">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BOARD MEETING">
  <a:themeElements>
    <a:clrScheme name="Simple Light">
      <a:dk1>
        <a:srgbClr val="E1DCD8"/>
      </a:dk1>
      <a:lt1>
        <a:srgbClr val="032C3C"/>
      </a:lt1>
      <a:dk2>
        <a:srgbClr val="381819"/>
      </a:dk2>
      <a:lt2>
        <a:srgbClr val="EAEAEA"/>
      </a:lt2>
      <a:accent1>
        <a:srgbClr val="BA351A"/>
      </a:accent1>
      <a:accent2>
        <a:srgbClr val="6B2A2D"/>
      </a:accent2>
      <a:accent3>
        <a:srgbClr val="E7D5A6"/>
      </a:accent3>
      <a:accent4>
        <a:srgbClr val="7EDA9C"/>
      </a:accent4>
      <a:accent5>
        <a:srgbClr val="90B3EC"/>
      </a:accent5>
      <a:accent6>
        <a:srgbClr val="E6C5B8"/>
      </a:accent6>
      <a:hlink>
        <a:srgbClr val="9E9E9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